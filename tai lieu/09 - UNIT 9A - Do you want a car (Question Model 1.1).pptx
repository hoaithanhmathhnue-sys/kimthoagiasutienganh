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66" r:id="rId5"/>
    <p:sldId id="267" r:id="rId6"/>
    <p:sldId id="268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audio" Target="../media/media1.mp3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microsoft.com/office/2007/relationships/media" Target="../media/media1.mp3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24" Type="http://schemas.openxmlformats.org/officeDocument/2006/relationships/image" Target="../media/image22.pn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23" Type="http://schemas.openxmlformats.org/officeDocument/2006/relationships/image" Target="../media/image21.gif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18" Type="http://schemas.openxmlformats.org/officeDocument/2006/relationships/image" Target="../media/image18.jpeg"/><Relationship Id="rId3" Type="http://schemas.openxmlformats.org/officeDocument/2006/relationships/image" Target="../media/image3.jpeg"/><Relationship Id="rId21" Type="http://schemas.openxmlformats.org/officeDocument/2006/relationships/image" Target="../media/image21.gif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" Type="http://schemas.openxmlformats.org/officeDocument/2006/relationships/image" Target="../media/image2.jpeg"/><Relationship Id="rId16" Type="http://schemas.openxmlformats.org/officeDocument/2006/relationships/image" Target="../media/image16.jpeg"/><Relationship Id="rId20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jpeg"/><Relationship Id="rId19" Type="http://schemas.openxmlformats.org/officeDocument/2006/relationships/image" Target="../media/image19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jpeg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5.jpeg"/><Relationship Id="rId7" Type="http://schemas.openxmlformats.org/officeDocument/2006/relationships/image" Target="../media/image13.jpeg"/><Relationship Id="rId12" Type="http://schemas.openxmlformats.org/officeDocument/2006/relationships/image" Target="../media/image18.jpeg"/><Relationship Id="rId17" Type="http://schemas.openxmlformats.org/officeDocument/2006/relationships/image" Target="../media/image10.jpeg"/><Relationship Id="rId2" Type="http://schemas.openxmlformats.org/officeDocument/2006/relationships/audio" Target="../media/media1.mp3"/><Relationship Id="rId16" Type="http://schemas.openxmlformats.org/officeDocument/2006/relationships/image" Target="../media/image6.jpeg"/><Relationship Id="rId20" Type="http://schemas.openxmlformats.org/officeDocument/2006/relationships/image" Target="../media/image12.jpeg"/><Relationship Id="rId1" Type="http://schemas.microsoft.com/office/2007/relationships/media" Target="../media/media1.mp3"/><Relationship Id="rId6" Type="http://schemas.openxmlformats.org/officeDocument/2006/relationships/image" Target="../media/image11.jpeg"/><Relationship Id="rId11" Type="http://schemas.openxmlformats.org/officeDocument/2006/relationships/image" Target="../media/image17.jpeg"/><Relationship Id="rId24" Type="http://schemas.openxmlformats.org/officeDocument/2006/relationships/image" Target="../media/image22.png"/><Relationship Id="rId5" Type="http://schemas.openxmlformats.org/officeDocument/2006/relationships/image" Target="../media/image7.jpeg"/><Relationship Id="rId15" Type="http://schemas.openxmlformats.org/officeDocument/2006/relationships/image" Target="../media/image2.jpeg"/><Relationship Id="rId23" Type="http://schemas.openxmlformats.org/officeDocument/2006/relationships/image" Target="../media/image21.gif"/><Relationship Id="rId10" Type="http://schemas.openxmlformats.org/officeDocument/2006/relationships/image" Target="../media/image16.jpeg"/><Relationship Id="rId19" Type="http://schemas.openxmlformats.org/officeDocument/2006/relationships/image" Target="../media/image8.jpeg"/><Relationship Id="rId4" Type="http://schemas.openxmlformats.org/officeDocument/2006/relationships/image" Target="../media/image4.jpeg"/><Relationship Id="rId9" Type="http://schemas.openxmlformats.org/officeDocument/2006/relationships/image" Target="../media/image15.jpeg"/><Relationship Id="rId14" Type="http://schemas.openxmlformats.org/officeDocument/2006/relationships/image" Target="../media/image20.jpeg"/><Relationship Id="rId22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657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4800" b="1" dirty="0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DO YOU WANT A CAR?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0" y="47244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(QUESTION MODEL 1.1)</a:t>
            </a:r>
            <a:endParaRPr lang="en-US" sz="3200" b="1" dirty="0">
              <a:ln>
                <a:prstDash val="solid"/>
              </a:ln>
              <a:solidFill>
                <a:srgbClr val="00B0F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38400" y="2362200"/>
            <a:ext cx="4267200" cy="113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9A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50"/>
                            </p:stCondLst>
                            <p:childTnLst>
                              <p:par>
                                <p:cTn id="2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319001"/>
              </p:ext>
            </p:extLst>
          </p:nvPr>
        </p:nvGraphicFramePr>
        <p:xfrm>
          <a:off x="421943" y="510654"/>
          <a:ext cx="8686800" cy="6096000"/>
        </p:xfrm>
        <a:graphic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</a:tblGrid>
              <a:tr h="1219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WANT</a:t>
                      </a: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HAVE</a:t>
                      </a: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IRON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PEEL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NEED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WASH</a:t>
                      </a: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OPEN</a:t>
                      </a: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KEEP</a:t>
                      </a: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LIKE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CLEAN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CLOSE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MEND</a:t>
                      </a: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HATE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CARRY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COOK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BRUSH</a:t>
                      </a: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LOVE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SWEEP</a:t>
                      </a: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ahoma"/>
                          <a:ea typeface="Times New Roman"/>
                          <a:cs typeface="Times New Roman"/>
                        </a:rPr>
                        <a:t>TO FEED</a:t>
                      </a: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ahoma"/>
                          <a:ea typeface="Times New Roman"/>
                          <a:cs typeface="Times New Roman"/>
                        </a:rPr>
                        <a:t>TO COMB</a:t>
                      </a: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– TRANSITIVE VERBS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143000" y="533400"/>
            <a:ext cx="7429500" cy="5829299"/>
            <a:chOff x="876300" y="533400"/>
            <a:chExt cx="7429500" cy="5829299"/>
          </a:xfrm>
        </p:grpSpPr>
        <p:grpSp>
          <p:nvGrpSpPr>
            <p:cNvPr id="50" name="Group 49"/>
            <p:cNvGrpSpPr/>
            <p:nvPr/>
          </p:nvGrpSpPr>
          <p:grpSpPr>
            <a:xfrm>
              <a:off x="876300" y="533400"/>
              <a:ext cx="7429500" cy="5829299"/>
              <a:chOff x="876300" y="333375"/>
              <a:chExt cx="7429500" cy="6057900"/>
            </a:xfrm>
          </p:grpSpPr>
          <p:pic>
            <p:nvPicPr>
              <p:cNvPr id="6164" name="Picture 20" descr="beg_resize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881063" y="381000"/>
                <a:ext cx="771525" cy="819150"/>
              </a:xfrm>
              <a:prstGeom prst="rect">
                <a:avLst/>
              </a:prstGeom>
              <a:noFill/>
            </p:spPr>
          </p:pic>
          <p:pic>
            <p:nvPicPr>
              <p:cNvPr id="6163" name="Picture 19" descr="have a baby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3195637" y="333375"/>
                <a:ext cx="495300" cy="866775"/>
              </a:xfrm>
              <a:prstGeom prst="rect">
                <a:avLst/>
              </a:prstGeom>
              <a:noFill/>
            </p:spPr>
          </p:pic>
          <p:pic>
            <p:nvPicPr>
              <p:cNvPr id="6162" name="Picture 18" descr="iron2_resiz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5219700" y="381000"/>
                <a:ext cx="695325" cy="819150"/>
              </a:xfrm>
              <a:prstGeom prst="rect">
                <a:avLst/>
              </a:prstGeom>
              <a:noFill/>
            </p:spPr>
          </p:pic>
          <p:pic>
            <p:nvPicPr>
              <p:cNvPr id="6161" name="Picture 17" descr="banana2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7377113" y="390525"/>
                <a:ext cx="866775" cy="809625"/>
              </a:xfrm>
              <a:prstGeom prst="rect">
                <a:avLst/>
              </a:prstGeom>
              <a:noFill/>
            </p:spPr>
          </p:pic>
          <p:pic>
            <p:nvPicPr>
              <p:cNvPr id="6160" name="Picture 16" descr="beggar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962025" y="1704975"/>
                <a:ext cx="609600" cy="828675"/>
              </a:xfrm>
              <a:prstGeom prst="rect">
                <a:avLst/>
              </a:prstGeom>
              <a:noFill/>
            </p:spPr>
          </p:pic>
          <p:pic>
            <p:nvPicPr>
              <p:cNvPr id="6159" name="Picture 15" descr="wash my hands_resize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2971800" y="1762125"/>
                <a:ext cx="942975" cy="771525"/>
              </a:xfrm>
              <a:prstGeom prst="rect">
                <a:avLst/>
              </a:prstGeom>
              <a:noFill/>
            </p:spPr>
          </p:pic>
          <p:pic>
            <p:nvPicPr>
              <p:cNvPr id="6158" name="Picture 14" descr="open_resize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5229225" y="1733550"/>
                <a:ext cx="676275" cy="800100"/>
              </a:xfrm>
              <a:prstGeom prst="rect">
                <a:avLst/>
              </a:prstGeom>
              <a:noFill/>
            </p:spPr>
          </p:pic>
          <p:pic>
            <p:nvPicPr>
              <p:cNvPr id="6157" name="Picture 13" descr="keep a ball_resize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7591425" y="1676400"/>
                <a:ext cx="438150" cy="857250"/>
              </a:xfrm>
              <a:prstGeom prst="rect">
                <a:avLst/>
              </a:prstGeom>
              <a:noFill/>
            </p:spPr>
          </p:pic>
          <p:pic>
            <p:nvPicPr>
              <p:cNvPr id="6156" name="Picture 12" descr="agree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876300" y="2952750"/>
                <a:ext cx="781050" cy="866775"/>
              </a:xfrm>
              <a:prstGeom prst="rect">
                <a:avLst/>
              </a:prstGeom>
              <a:noFill/>
            </p:spPr>
          </p:pic>
          <p:pic>
            <p:nvPicPr>
              <p:cNvPr id="6155" name="Picture 11" descr="clean2_resize"/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3019425" y="3000375"/>
                <a:ext cx="847725" cy="819150"/>
              </a:xfrm>
              <a:prstGeom prst="rect">
                <a:avLst/>
              </a:prstGeom>
              <a:noFill/>
            </p:spPr>
          </p:pic>
          <p:pic>
            <p:nvPicPr>
              <p:cNvPr id="6154" name="Picture 10" descr="lock4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5224462" y="2971800"/>
                <a:ext cx="685800" cy="847725"/>
              </a:xfrm>
              <a:prstGeom prst="rect">
                <a:avLst/>
              </a:prstGeom>
              <a:noFill/>
            </p:spPr>
          </p:pic>
          <p:pic>
            <p:nvPicPr>
              <p:cNvPr id="6153" name="Picture 83" descr="mend_resize"/>
              <p:cNvPicPr>
                <a:picLocks noChangeAspect="1" noChangeArrowheads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 bwMode="auto">
              <a:xfrm>
                <a:off x="7439025" y="3009900"/>
                <a:ext cx="742950" cy="809625"/>
              </a:xfrm>
              <a:prstGeom prst="rect">
                <a:avLst/>
              </a:prstGeom>
              <a:noFill/>
            </p:spPr>
          </p:pic>
          <p:pic>
            <p:nvPicPr>
              <p:cNvPr id="6152" name="Picture 8" descr="angry3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933450" y="4295775"/>
                <a:ext cx="666750" cy="828675"/>
              </a:xfrm>
              <a:prstGeom prst="rect">
                <a:avLst/>
              </a:prstGeom>
              <a:noFill/>
            </p:spPr>
          </p:pic>
          <p:pic>
            <p:nvPicPr>
              <p:cNvPr id="6151" name="Picture 7" descr="carry_resize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/>
              <a:stretch>
                <a:fillRect/>
              </a:stretch>
            </p:blipFill>
            <p:spPr bwMode="auto">
              <a:xfrm>
                <a:off x="3157537" y="4286250"/>
                <a:ext cx="571500" cy="838200"/>
              </a:xfrm>
              <a:prstGeom prst="rect">
                <a:avLst/>
              </a:prstGeom>
              <a:noFill/>
            </p:spPr>
          </p:pic>
          <p:pic>
            <p:nvPicPr>
              <p:cNvPr id="6150" name="Picture 4" descr="cook3_resize"/>
              <p:cNvPicPr>
                <a:picLocks noChangeAspect="1" noChangeArrowheads="1"/>
              </p:cNvPicPr>
              <p:nvPr/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5181600" y="4324350"/>
                <a:ext cx="771525" cy="800100"/>
              </a:xfrm>
              <a:prstGeom prst="rect">
                <a:avLst/>
              </a:prstGeom>
              <a:noFill/>
            </p:spPr>
          </p:pic>
          <p:pic>
            <p:nvPicPr>
              <p:cNvPr id="6149" name="Picture 2" descr="brush2_resize"/>
              <p:cNvPicPr>
                <a:picLocks noChangeAspect="1" noChangeArrowheads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7315200" y="4191000"/>
                <a:ext cx="990600" cy="933450"/>
              </a:xfrm>
              <a:prstGeom prst="rect">
                <a:avLst/>
              </a:prstGeom>
              <a:noFill/>
            </p:spPr>
          </p:pic>
          <p:pic>
            <p:nvPicPr>
              <p:cNvPr id="6148" name="Picture 4" descr="love3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890588" y="5619750"/>
                <a:ext cx="752475" cy="771525"/>
              </a:xfrm>
              <a:prstGeom prst="rect">
                <a:avLst/>
              </a:prstGeom>
              <a:noFill/>
            </p:spPr>
          </p:pic>
          <p:pic>
            <p:nvPicPr>
              <p:cNvPr id="6147" name="Picture 3" descr="broom_resize"/>
              <p:cNvPicPr>
                <a:picLocks noChangeAspect="1" noChangeArrowheads="1"/>
              </p:cNvPicPr>
              <p:nvPr/>
            </p:nvPicPr>
            <p:blipFill>
              <a:blip r:embed="rId21"/>
              <a:srcRect/>
              <a:stretch>
                <a:fillRect/>
              </a:stretch>
            </p:blipFill>
            <p:spPr bwMode="auto">
              <a:xfrm>
                <a:off x="3124200" y="5524500"/>
                <a:ext cx="638175" cy="866775"/>
              </a:xfrm>
              <a:prstGeom prst="rect">
                <a:avLst/>
              </a:prstGeom>
              <a:noFill/>
            </p:spPr>
          </p:pic>
          <p:pic>
            <p:nvPicPr>
              <p:cNvPr id="6146" name="Picture 2" descr="feed3_resize"/>
              <p:cNvPicPr>
                <a:picLocks noChangeAspect="1" noChangeArrowheads="1"/>
              </p:cNvPicPr>
              <p:nvPr/>
            </p:nvPicPr>
            <p:blipFill>
              <a:blip r:embed="rId22"/>
              <a:srcRect/>
              <a:stretch>
                <a:fillRect/>
              </a:stretch>
            </p:blipFill>
            <p:spPr bwMode="auto">
              <a:xfrm>
                <a:off x="5114925" y="5610225"/>
                <a:ext cx="904875" cy="781050"/>
              </a:xfrm>
              <a:prstGeom prst="rect">
                <a:avLst/>
              </a:prstGeom>
              <a:noFill/>
            </p:spPr>
          </p:pic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9024" y="5457882"/>
              <a:ext cx="742952" cy="872160"/>
            </a:xfrm>
            <a:prstGeom prst="rect">
              <a:avLst/>
            </a:prstGeom>
          </p:spPr>
        </p:pic>
      </p:grpSp>
      <p:pic>
        <p:nvPicPr>
          <p:cNvPr id="4" name="QR01(Unit6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4887127" y="-21207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8649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386750"/>
              </p:ext>
            </p:extLst>
          </p:nvPr>
        </p:nvGraphicFramePr>
        <p:xfrm>
          <a:off x="228600" y="579230"/>
          <a:ext cx="8686800" cy="6050170"/>
        </p:xfrm>
        <a:graphic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</a:tblGrid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PICTURES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876300" y="685800"/>
            <a:ext cx="7429500" cy="5829299"/>
            <a:chOff x="876300" y="533400"/>
            <a:chExt cx="7429500" cy="5829299"/>
          </a:xfrm>
        </p:grpSpPr>
        <p:grpSp>
          <p:nvGrpSpPr>
            <p:cNvPr id="27" name="Group 26"/>
            <p:cNvGrpSpPr/>
            <p:nvPr/>
          </p:nvGrpSpPr>
          <p:grpSpPr>
            <a:xfrm>
              <a:off x="876300" y="533400"/>
              <a:ext cx="7429500" cy="5829299"/>
              <a:chOff x="876300" y="333375"/>
              <a:chExt cx="7429500" cy="6057900"/>
            </a:xfrm>
          </p:grpSpPr>
          <p:pic>
            <p:nvPicPr>
              <p:cNvPr id="29" name="Picture 20" descr="beg_resize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881063" y="381000"/>
                <a:ext cx="771525" cy="819150"/>
              </a:xfrm>
              <a:prstGeom prst="rect">
                <a:avLst/>
              </a:prstGeom>
              <a:noFill/>
            </p:spPr>
          </p:pic>
          <p:pic>
            <p:nvPicPr>
              <p:cNvPr id="30" name="Picture 19" descr="have a baby_resize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195637" y="333375"/>
                <a:ext cx="495300" cy="866775"/>
              </a:xfrm>
              <a:prstGeom prst="rect">
                <a:avLst/>
              </a:prstGeom>
              <a:noFill/>
            </p:spPr>
          </p:pic>
          <p:pic>
            <p:nvPicPr>
              <p:cNvPr id="53" name="Picture 18" descr="iron2_resize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5219700" y="381000"/>
                <a:ext cx="695325" cy="819150"/>
              </a:xfrm>
              <a:prstGeom prst="rect">
                <a:avLst/>
              </a:prstGeom>
              <a:noFill/>
            </p:spPr>
          </p:pic>
          <p:pic>
            <p:nvPicPr>
              <p:cNvPr id="54" name="Picture 17" descr="banana2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7377113" y="390525"/>
                <a:ext cx="866775" cy="809625"/>
              </a:xfrm>
              <a:prstGeom prst="rect">
                <a:avLst/>
              </a:prstGeom>
              <a:noFill/>
            </p:spPr>
          </p:pic>
          <p:pic>
            <p:nvPicPr>
              <p:cNvPr id="55" name="Picture 16" descr="beggar_resize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962025" y="1704975"/>
                <a:ext cx="609600" cy="828675"/>
              </a:xfrm>
              <a:prstGeom prst="rect">
                <a:avLst/>
              </a:prstGeom>
              <a:noFill/>
            </p:spPr>
          </p:pic>
          <p:pic>
            <p:nvPicPr>
              <p:cNvPr id="56" name="Picture 15" descr="wash my hands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971800" y="1762125"/>
                <a:ext cx="942975" cy="771525"/>
              </a:xfrm>
              <a:prstGeom prst="rect">
                <a:avLst/>
              </a:prstGeom>
              <a:noFill/>
            </p:spPr>
          </p:pic>
          <p:pic>
            <p:nvPicPr>
              <p:cNvPr id="57" name="Picture 14" descr="open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5229225" y="1733550"/>
                <a:ext cx="676275" cy="800100"/>
              </a:xfrm>
              <a:prstGeom prst="rect">
                <a:avLst/>
              </a:prstGeom>
              <a:noFill/>
            </p:spPr>
          </p:pic>
          <p:pic>
            <p:nvPicPr>
              <p:cNvPr id="58" name="Picture 13" descr="keep a ball_resize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7591425" y="1676400"/>
                <a:ext cx="438150" cy="857250"/>
              </a:xfrm>
              <a:prstGeom prst="rect">
                <a:avLst/>
              </a:prstGeom>
              <a:noFill/>
            </p:spPr>
          </p:pic>
          <p:pic>
            <p:nvPicPr>
              <p:cNvPr id="59" name="Picture 12" descr="agree_resize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876300" y="2952750"/>
                <a:ext cx="781050" cy="866775"/>
              </a:xfrm>
              <a:prstGeom prst="rect">
                <a:avLst/>
              </a:prstGeom>
              <a:noFill/>
            </p:spPr>
          </p:pic>
          <p:pic>
            <p:nvPicPr>
              <p:cNvPr id="60" name="Picture 11" descr="clean2_resize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3019425" y="3000375"/>
                <a:ext cx="847725" cy="819150"/>
              </a:xfrm>
              <a:prstGeom prst="rect">
                <a:avLst/>
              </a:prstGeom>
              <a:noFill/>
            </p:spPr>
          </p:pic>
          <p:pic>
            <p:nvPicPr>
              <p:cNvPr id="61" name="Picture 10" descr="lock4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5224462" y="2971800"/>
                <a:ext cx="685800" cy="847725"/>
              </a:xfrm>
              <a:prstGeom prst="rect">
                <a:avLst/>
              </a:prstGeom>
              <a:noFill/>
            </p:spPr>
          </p:pic>
          <p:pic>
            <p:nvPicPr>
              <p:cNvPr id="62" name="Picture 83" descr="mend_resize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7439025" y="3009900"/>
                <a:ext cx="742950" cy="809625"/>
              </a:xfrm>
              <a:prstGeom prst="rect">
                <a:avLst/>
              </a:prstGeom>
              <a:noFill/>
            </p:spPr>
          </p:pic>
          <p:pic>
            <p:nvPicPr>
              <p:cNvPr id="63" name="Picture 8" descr="angry3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933450" y="4295775"/>
                <a:ext cx="666750" cy="828675"/>
              </a:xfrm>
              <a:prstGeom prst="rect">
                <a:avLst/>
              </a:prstGeom>
              <a:noFill/>
            </p:spPr>
          </p:pic>
          <p:pic>
            <p:nvPicPr>
              <p:cNvPr id="64" name="Picture 7" descr="carry_resize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3157537" y="4286250"/>
                <a:ext cx="571500" cy="838200"/>
              </a:xfrm>
              <a:prstGeom prst="rect">
                <a:avLst/>
              </a:prstGeom>
              <a:noFill/>
            </p:spPr>
          </p:pic>
          <p:pic>
            <p:nvPicPr>
              <p:cNvPr id="65" name="Picture 4" descr="cook3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5181600" y="4324350"/>
                <a:ext cx="771525" cy="800100"/>
              </a:xfrm>
              <a:prstGeom prst="rect">
                <a:avLst/>
              </a:prstGeom>
              <a:noFill/>
            </p:spPr>
          </p:pic>
          <p:pic>
            <p:nvPicPr>
              <p:cNvPr id="66" name="Picture 2" descr="brush2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7315200" y="4191000"/>
                <a:ext cx="990600" cy="933450"/>
              </a:xfrm>
              <a:prstGeom prst="rect">
                <a:avLst/>
              </a:prstGeom>
              <a:noFill/>
            </p:spPr>
          </p:pic>
          <p:pic>
            <p:nvPicPr>
              <p:cNvPr id="67" name="Picture 4" descr="love3_resize"/>
              <p:cNvPicPr>
                <a:picLocks noChangeAspect="1" noChangeArrowheads="1"/>
              </p:cNvPicPr>
              <p:nvPr/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890588" y="5619750"/>
                <a:ext cx="752475" cy="771525"/>
              </a:xfrm>
              <a:prstGeom prst="rect">
                <a:avLst/>
              </a:prstGeom>
              <a:noFill/>
            </p:spPr>
          </p:pic>
          <p:pic>
            <p:nvPicPr>
              <p:cNvPr id="68" name="Picture 3" descr="broom_resize"/>
              <p:cNvPicPr>
                <a:picLocks noChangeAspect="1" noChangeArrowheads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3124200" y="5524500"/>
                <a:ext cx="638175" cy="866775"/>
              </a:xfrm>
              <a:prstGeom prst="rect">
                <a:avLst/>
              </a:prstGeom>
              <a:noFill/>
            </p:spPr>
          </p:pic>
          <p:pic>
            <p:nvPicPr>
              <p:cNvPr id="69" name="Picture 2" descr="feed3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5114925" y="5610225"/>
                <a:ext cx="904875" cy="781050"/>
              </a:xfrm>
              <a:prstGeom prst="rect">
                <a:avLst/>
              </a:prstGeom>
              <a:noFill/>
            </p:spPr>
          </p:pic>
        </p:grp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9024" y="5457882"/>
              <a:ext cx="742952" cy="87216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4737"/>
              </p:ext>
            </p:extLst>
          </p:nvPr>
        </p:nvGraphicFramePr>
        <p:xfrm>
          <a:off x="228600" y="579230"/>
          <a:ext cx="8686800" cy="6050170"/>
        </p:xfrm>
        <a:graphic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</a:tblGrid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00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VOCABULARY - LISTENING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762000" y="675800"/>
            <a:ext cx="7696200" cy="5909001"/>
            <a:chOff x="762000" y="523400"/>
            <a:chExt cx="7696200" cy="5909001"/>
          </a:xfrm>
        </p:grpSpPr>
        <p:grpSp>
          <p:nvGrpSpPr>
            <p:cNvPr id="27" name="Group 26"/>
            <p:cNvGrpSpPr/>
            <p:nvPr/>
          </p:nvGrpSpPr>
          <p:grpSpPr>
            <a:xfrm>
              <a:off x="762000" y="523400"/>
              <a:ext cx="7696200" cy="5909001"/>
              <a:chOff x="762000" y="322983"/>
              <a:chExt cx="7696200" cy="6140727"/>
            </a:xfrm>
          </p:grpSpPr>
          <p:pic>
            <p:nvPicPr>
              <p:cNvPr id="53" name="Picture 18" descr="iron2_resize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5186393" y="381000"/>
                <a:ext cx="833407" cy="981822"/>
              </a:xfrm>
              <a:prstGeom prst="rect">
                <a:avLst/>
              </a:prstGeom>
              <a:noFill/>
            </p:spPr>
          </p:pic>
          <p:pic>
            <p:nvPicPr>
              <p:cNvPr id="56" name="Picture 15" descr="wash my hands_resize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819401" y="322983"/>
                <a:ext cx="1247774" cy="1020909"/>
              </a:xfrm>
              <a:prstGeom prst="rect">
                <a:avLst/>
              </a:prstGeom>
              <a:noFill/>
            </p:spPr>
          </p:pic>
          <p:pic>
            <p:nvPicPr>
              <p:cNvPr id="60" name="Picture 11" descr="clean2_resize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2989299" y="2879225"/>
                <a:ext cx="973101" cy="940300"/>
              </a:xfrm>
              <a:prstGeom prst="rect">
                <a:avLst/>
              </a:prstGeom>
              <a:noFill/>
            </p:spPr>
          </p:pic>
          <p:pic>
            <p:nvPicPr>
              <p:cNvPr id="62" name="Picture 83" descr="mend_resize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7319111" y="336424"/>
                <a:ext cx="982778" cy="1070974"/>
              </a:xfrm>
              <a:prstGeom prst="rect">
                <a:avLst/>
              </a:prstGeom>
              <a:noFill/>
            </p:spPr>
          </p:pic>
          <p:pic>
            <p:nvPicPr>
              <p:cNvPr id="63" name="Picture 8" descr="angry3_resize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762000" y="390523"/>
                <a:ext cx="782309" cy="972298"/>
              </a:xfrm>
              <a:prstGeom prst="rect">
                <a:avLst/>
              </a:prstGeom>
              <a:noFill/>
            </p:spPr>
          </p:pic>
          <p:pic>
            <p:nvPicPr>
              <p:cNvPr id="64" name="Picture 7" descr="carry_resize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3099216" y="1600387"/>
                <a:ext cx="688142" cy="1009276"/>
              </a:xfrm>
              <a:prstGeom prst="rect">
                <a:avLst/>
              </a:prstGeom>
              <a:noFill/>
            </p:spPr>
          </p:pic>
          <p:pic>
            <p:nvPicPr>
              <p:cNvPr id="65" name="Picture 4" descr="cook3_resize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5181600" y="1585385"/>
                <a:ext cx="914400" cy="948266"/>
              </a:xfrm>
              <a:prstGeom prst="rect">
                <a:avLst/>
              </a:prstGeom>
              <a:noFill/>
            </p:spPr>
          </p:pic>
          <p:pic>
            <p:nvPicPr>
              <p:cNvPr id="66" name="Picture 2" descr="brush2_resize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7246836" y="5322234"/>
                <a:ext cx="1211364" cy="1141476"/>
              </a:xfrm>
              <a:prstGeom prst="rect">
                <a:avLst/>
              </a:prstGeom>
              <a:noFill/>
            </p:spPr>
          </p:pic>
          <p:pic>
            <p:nvPicPr>
              <p:cNvPr id="67" name="Picture 4" descr="love3_resize"/>
              <p:cNvPicPr>
                <a:picLocks noChangeAspect="1" noChangeArrowheads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 bwMode="auto">
              <a:xfrm>
                <a:off x="764612" y="2842636"/>
                <a:ext cx="1004428" cy="1029855"/>
              </a:xfrm>
              <a:prstGeom prst="rect">
                <a:avLst/>
              </a:prstGeom>
              <a:noFill/>
            </p:spPr>
          </p:pic>
          <p:pic>
            <p:nvPicPr>
              <p:cNvPr id="68" name="Picture 3" descr="broom_resize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111863" y="4112147"/>
                <a:ext cx="774337" cy="1051711"/>
              </a:xfrm>
              <a:prstGeom prst="rect">
                <a:avLst/>
              </a:prstGeom>
              <a:noFill/>
            </p:spPr>
          </p:pic>
          <p:pic>
            <p:nvPicPr>
              <p:cNvPr id="69" name="Picture 2" descr="feed3_resize"/>
              <p:cNvPicPr>
                <a:picLocks noChangeAspect="1" noChangeArrowheads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 bwMode="auto">
              <a:xfrm>
                <a:off x="5114925" y="2879225"/>
                <a:ext cx="1089373" cy="940300"/>
              </a:xfrm>
              <a:prstGeom prst="rect">
                <a:avLst/>
              </a:prstGeom>
              <a:noFill/>
            </p:spPr>
          </p:pic>
          <p:pic>
            <p:nvPicPr>
              <p:cNvPr id="29" name="Picture 20" descr="beg_resize"/>
              <p:cNvPicPr>
                <a:picLocks noChangeAspect="1" noChangeArrowheads="1"/>
              </p:cNvPicPr>
              <p:nvPr/>
            </p:nvPicPr>
            <p:blipFill>
              <a:blip r:embed="rId15"/>
              <a:srcRect/>
              <a:stretch>
                <a:fillRect/>
              </a:stretch>
            </p:blipFill>
            <p:spPr bwMode="auto">
              <a:xfrm>
                <a:off x="764613" y="1600388"/>
                <a:ext cx="1004426" cy="1066425"/>
              </a:xfrm>
              <a:prstGeom prst="rect">
                <a:avLst/>
              </a:prstGeom>
              <a:noFill/>
            </p:spPr>
          </p:pic>
          <p:pic>
            <p:nvPicPr>
              <p:cNvPr id="55" name="Picture 16" descr="beggar_resize"/>
              <p:cNvPicPr>
                <a:picLocks noChangeAspect="1" noChangeArrowheads="1"/>
              </p:cNvPicPr>
              <p:nvPr/>
            </p:nvPicPr>
            <p:blipFill>
              <a:blip r:embed="rId16"/>
              <a:srcRect/>
              <a:stretch>
                <a:fillRect/>
              </a:stretch>
            </p:blipFill>
            <p:spPr bwMode="auto">
              <a:xfrm>
                <a:off x="876300" y="4102118"/>
                <a:ext cx="781050" cy="1061740"/>
              </a:xfrm>
              <a:prstGeom prst="rect">
                <a:avLst/>
              </a:prstGeom>
              <a:noFill/>
            </p:spPr>
          </p:pic>
          <p:pic>
            <p:nvPicPr>
              <p:cNvPr id="59" name="Picture 12" descr="agree_resize"/>
              <p:cNvPicPr>
                <a:picLocks noChangeAspect="1" noChangeArrowheads="1"/>
              </p:cNvPicPr>
              <p:nvPr/>
            </p:nvPicPr>
            <p:blipFill>
              <a:blip r:embed="rId17"/>
              <a:srcRect/>
              <a:stretch>
                <a:fillRect/>
              </a:stretch>
            </p:blipFill>
            <p:spPr bwMode="auto">
              <a:xfrm>
                <a:off x="764611" y="5327028"/>
                <a:ext cx="1004428" cy="1114669"/>
              </a:xfrm>
              <a:prstGeom prst="rect">
                <a:avLst/>
              </a:prstGeom>
              <a:noFill/>
            </p:spPr>
          </p:pic>
          <p:pic>
            <p:nvPicPr>
              <p:cNvPr id="30" name="Picture 19" descr="have a baby_resize"/>
              <p:cNvPicPr>
                <a:picLocks noChangeAspect="1" noChangeArrowheads="1"/>
              </p:cNvPicPr>
              <p:nvPr/>
            </p:nvPicPr>
            <p:blipFill>
              <a:blip r:embed="rId18"/>
              <a:srcRect/>
              <a:stretch>
                <a:fillRect/>
              </a:stretch>
            </p:blipFill>
            <p:spPr bwMode="auto">
              <a:xfrm>
                <a:off x="3124199" y="5314062"/>
                <a:ext cx="638176" cy="1116808"/>
              </a:xfrm>
              <a:prstGeom prst="rect">
                <a:avLst/>
              </a:prstGeom>
              <a:noFill/>
            </p:spPr>
          </p:pic>
          <p:pic>
            <p:nvPicPr>
              <p:cNvPr id="57" name="Picture 14" descr="open_resize"/>
              <p:cNvPicPr>
                <a:picLocks noChangeAspect="1" noChangeArrowheads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 bwMode="auto">
              <a:xfrm>
                <a:off x="5114925" y="5360316"/>
                <a:ext cx="904876" cy="1070554"/>
              </a:xfrm>
              <a:prstGeom prst="rect">
                <a:avLst/>
              </a:prstGeom>
              <a:noFill/>
            </p:spPr>
          </p:pic>
          <p:pic>
            <p:nvPicPr>
              <p:cNvPr id="61" name="Picture 10" descr="lock4_resize"/>
              <p:cNvPicPr>
                <a:picLocks noChangeAspect="1" noChangeArrowheads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5114923" y="4055599"/>
                <a:ext cx="904878" cy="1118529"/>
              </a:xfrm>
              <a:prstGeom prst="rect">
                <a:avLst/>
              </a:prstGeom>
              <a:noFill/>
            </p:spPr>
          </p:pic>
          <p:pic>
            <p:nvPicPr>
              <p:cNvPr id="54" name="Picture 17" descr="banana2_resize"/>
              <p:cNvPicPr>
                <a:picLocks noChangeAspect="1" noChangeArrowheads="1"/>
              </p:cNvPicPr>
              <p:nvPr/>
            </p:nvPicPr>
            <p:blipFill>
              <a:blip r:embed="rId2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7162802" y="1499038"/>
                <a:ext cx="1295398" cy="1209984"/>
              </a:xfrm>
              <a:prstGeom prst="rect">
                <a:avLst/>
              </a:prstGeom>
              <a:noFill/>
            </p:spPr>
          </p:pic>
          <p:pic>
            <p:nvPicPr>
              <p:cNvPr id="58" name="Picture 13" descr="keep a ball_resize"/>
              <p:cNvPicPr>
                <a:picLocks noChangeAspect="1" noChangeArrowheads="1"/>
              </p:cNvPicPr>
              <p:nvPr/>
            </p:nvPicPr>
            <p:blipFill>
              <a:blip r:embed="rId22" cstate="print"/>
              <a:srcRect/>
              <a:stretch>
                <a:fillRect/>
              </a:stretch>
            </p:blipFill>
            <p:spPr bwMode="auto">
              <a:xfrm>
                <a:off x="7552574" y="4112147"/>
                <a:ext cx="515852" cy="1009276"/>
              </a:xfrm>
              <a:prstGeom prst="rect">
                <a:avLst/>
              </a:prstGeom>
              <a:noFill/>
            </p:spPr>
          </p:pic>
        </p:grp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19111" y="2895600"/>
              <a:ext cx="982778" cy="1153694"/>
            </a:xfrm>
            <a:prstGeom prst="rect">
              <a:avLst/>
            </a:prstGeom>
          </p:spPr>
        </p:pic>
      </p:grpSp>
      <p:pic>
        <p:nvPicPr>
          <p:cNvPr id="33" name="QR01(Unit6A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4887127" y="-212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6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86495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  <p:bldLst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990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 MODEL 1.1</a:t>
            </a:r>
            <a:endParaRPr lang="en-US" sz="36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2743199"/>
            <a:ext cx="7315200" cy="2031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DO YOU		WANT A CAR?</a:t>
            </a:r>
          </a:p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YES, I		</a:t>
            </a:r>
            <a:r>
              <a:rPr lang="en-US" sz="36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WANT </a:t>
            </a:r>
            <a:r>
              <a:rPr lang="en-US" sz="36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</a:t>
            </a:r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CAR.</a:t>
            </a:r>
          </a:p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NO, I DON’T	WANT </a:t>
            </a:r>
            <a:r>
              <a:rPr lang="en-US" sz="36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</a:t>
            </a:r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CAR.</a:t>
            </a:r>
          </a:p>
          <a:p>
            <a:endParaRPr lang="en-US" b="1" dirty="0">
              <a:ln/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 FORMING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1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QUICK REACTION 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72697"/>
              </p:ext>
            </p:extLst>
          </p:nvPr>
        </p:nvGraphicFramePr>
        <p:xfrm>
          <a:off x="152400" y="533406"/>
          <a:ext cx="8839147" cy="61722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381751"/>
                <a:gridCol w="2539985"/>
                <a:gridCol w="2377426"/>
                <a:gridCol w="2539985"/>
              </a:tblGrid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car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house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money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Need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pencil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eraser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ruler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Like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sports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movies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Hate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fish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pork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Love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flowers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animals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drum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piano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guitar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clothes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ties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kitchen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sofa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notebook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knife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Sweep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floor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wall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ceiling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jeans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gloves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Open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Close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shop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curtains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breakfast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dinner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baby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Peel</a:t>
                      </a:r>
                      <a:endParaRPr lang="en-US" sz="1600" b="1" i="0" u="none" strike="noStrike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potatoes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tomatoes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bananas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Keep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bag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money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Mend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skirts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trousers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Brush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 teeth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 hair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Comb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 hair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95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Write 20 questions and answers using Question Model 1.1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5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192</Words>
  <Application>Microsoft Office PowerPoint</Application>
  <PresentationFormat>On-screen Show (4:3)</PresentationFormat>
  <Paragraphs>131</Paragraphs>
  <Slides>7</Slides>
  <Notes>0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139</cp:revision>
  <dcterms:created xsi:type="dcterms:W3CDTF">2008-12-29T09:10:48Z</dcterms:created>
  <dcterms:modified xsi:type="dcterms:W3CDTF">2017-07-08T10:04:42Z</dcterms:modified>
</cp:coreProperties>
</file>