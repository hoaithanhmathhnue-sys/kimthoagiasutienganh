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3"/>
    <p:sldId id="256" r:id="rId4"/>
    <p:sldId id="257" r:id="rId5"/>
    <p:sldId id="267" r:id="rId6"/>
    <p:sldId id="259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19846-71D1-49E5-9743-7B0DC3E7C27A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41004-EA72-4D3F-A847-1259EF1A9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wmf"/><Relationship Id="rId26" Type="http://schemas.openxmlformats.org/officeDocument/2006/relationships/image" Target="../media/image24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9.wmf"/><Relationship Id="rId7" Type="http://schemas.openxmlformats.org/officeDocument/2006/relationships/image" Target="../media/image5.wmf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2" Type="http://schemas.openxmlformats.org/officeDocument/2006/relationships/audio" Target="../media/media1.mp3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29" Type="http://schemas.openxmlformats.org/officeDocument/2006/relationships/image" Target="../media/image27.jpeg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11" Type="http://schemas.openxmlformats.org/officeDocument/2006/relationships/image" Target="../media/image9.wmf"/><Relationship Id="rId24" Type="http://schemas.openxmlformats.org/officeDocument/2006/relationships/image" Target="../media/image22.wmf"/><Relationship Id="rId32" Type="http://schemas.openxmlformats.org/officeDocument/2006/relationships/image" Target="../media/image30.pn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28" Type="http://schemas.openxmlformats.org/officeDocument/2006/relationships/image" Target="../media/image26.jpe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31" Type="http://schemas.openxmlformats.org/officeDocument/2006/relationships/image" Target="../media/image29.wmf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Relationship Id="rId27" Type="http://schemas.openxmlformats.org/officeDocument/2006/relationships/image" Target="../media/image25.jpeg"/><Relationship Id="rId30" Type="http://schemas.openxmlformats.org/officeDocument/2006/relationships/image" Target="../media/image2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" Type="http://schemas.openxmlformats.org/officeDocument/2006/relationships/image" Target="../media/image2.jpeg"/><Relationship Id="rId21" Type="http://schemas.openxmlformats.org/officeDocument/2006/relationships/image" Target="../media/image20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wmf"/><Relationship Id="rId25" Type="http://schemas.openxmlformats.org/officeDocument/2006/relationships/image" Target="../media/image24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.jpeg"/><Relationship Id="rId20" Type="http://schemas.openxmlformats.org/officeDocument/2006/relationships/image" Target="../media/image19.wmf"/><Relationship Id="rId29" Type="http://schemas.openxmlformats.org/officeDocument/2006/relationships/image" Target="../media/image28.jpeg"/><Relationship Id="rId1" Type="http://schemas.openxmlformats.org/officeDocument/2006/relationships/audio" Target="file:///C:\Quick%20Reaction%202010\QR%201\Quick%20Reaction%201%20-%202010\02%20Track%202%20-%203A.wma" TargetMode="External"/><Relationship Id="rId6" Type="http://schemas.openxmlformats.org/officeDocument/2006/relationships/image" Target="../media/image5.wmf"/><Relationship Id="rId11" Type="http://schemas.openxmlformats.org/officeDocument/2006/relationships/image" Target="../media/image10.jpeg"/><Relationship Id="rId24" Type="http://schemas.openxmlformats.org/officeDocument/2006/relationships/image" Target="../media/image23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23" Type="http://schemas.openxmlformats.org/officeDocument/2006/relationships/image" Target="../media/image22.wmf"/><Relationship Id="rId28" Type="http://schemas.openxmlformats.org/officeDocument/2006/relationships/image" Target="../media/image27.jpeg"/><Relationship Id="rId10" Type="http://schemas.openxmlformats.org/officeDocument/2006/relationships/image" Target="../media/image9.wmf"/><Relationship Id="rId19" Type="http://schemas.openxmlformats.org/officeDocument/2006/relationships/image" Target="../media/image18.jpeg"/><Relationship Id="rId31" Type="http://schemas.openxmlformats.org/officeDocument/2006/relationships/image" Target="../media/image31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2.jpeg"/><Relationship Id="rId18" Type="http://schemas.openxmlformats.org/officeDocument/2006/relationships/image" Target="../media/image18.jpeg"/><Relationship Id="rId26" Type="http://schemas.openxmlformats.org/officeDocument/2006/relationships/image" Target="../media/image26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1.jpeg"/><Relationship Id="rId7" Type="http://schemas.openxmlformats.org/officeDocument/2006/relationships/image" Target="../media/image5.wmf"/><Relationship Id="rId12" Type="http://schemas.openxmlformats.org/officeDocument/2006/relationships/image" Target="../media/image11.jpeg"/><Relationship Id="rId17" Type="http://schemas.openxmlformats.org/officeDocument/2006/relationships/image" Target="../media/image17.jpeg"/><Relationship Id="rId25" Type="http://schemas.openxmlformats.org/officeDocument/2006/relationships/image" Target="../media/image25.jpeg"/><Relationship Id="rId2" Type="http://schemas.openxmlformats.org/officeDocument/2006/relationships/audio" Target="../media/media1.mp3"/><Relationship Id="rId16" Type="http://schemas.openxmlformats.org/officeDocument/2006/relationships/image" Target="../media/image16.wmf"/><Relationship Id="rId20" Type="http://schemas.openxmlformats.org/officeDocument/2006/relationships/image" Target="../media/image20.jpeg"/><Relationship Id="rId29" Type="http://schemas.openxmlformats.org/officeDocument/2006/relationships/image" Target="../media/image29.wmf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11" Type="http://schemas.openxmlformats.org/officeDocument/2006/relationships/image" Target="../media/image10.jpeg"/><Relationship Id="rId24" Type="http://schemas.openxmlformats.org/officeDocument/2006/relationships/image" Target="../media/image24.jpeg"/><Relationship Id="rId32" Type="http://schemas.openxmlformats.org/officeDocument/2006/relationships/image" Target="../media/image30.png"/><Relationship Id="rId5" Type="http://schemas.openxmlformats.org/officeDocument/2006/relationships/image" Target="../media/image3.jpeg"/><Relationship Id="rId15" Type="http://schemas.openxmlformats.org/officeDocument/2006/relationships/image" Target="../media/image14.jpeg"/><Relationship Id="rId23" Type="http://schemas.openxmlformats.org/officeDocument/2006/relationships/image" Target="../media/image23.jpeg"/><Relationship Id="rId28" Type="http://schemas.openxmlformats.org/officeDocument/2006/relationships/image" Target="../media/image28.jpeg"/><Relationship Id="rId10" Type="http://schemas.openxmlformats.org/officeDocument/2006/relationships/image" Target="../media/image8.jpeg"/><Relationship Id="rId19" Type="http://schemas.openxmlformats.org/officeDocument/2006/relationships/image" Target="../media/image19.wmf"/><Relationship Id="rId31" Type="http://schemas.openxmlformats.org/officeDocument/2006/relationships/image" Target="../media/image15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3.jpeg"/><Relationship Id="rId22" Type="http://schemas.openxmlformats.org/officeDocument/2006/relationships/image" Target="../media/image22.wmf"/><Relationship Id="rId27" Type="http://schemas.openxmlformats.org/officeDocument/2006/relationships/image" Target="../media/image27.jpeg"/><Relationship Id="rId30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4A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WHAT? </a:t>
            </a:r>
            <a:r>
              <a:rPr lang="en-US" sz="6000" b="1" dirty="0" smtClean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THE</a:t>
            </a:r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6000" b="1" dirty="0" smtClean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HOUSE</a:t>
            </a:r>
            <a:endParaRPr lang="en-US" sz="6000" b="1" dirty="0">
              <a:ln>
                <a:prstDash val="solid"/>
              </a:ln>
              <a:solidFill>
                <a:srgbClr val="FF000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312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PRONUNCIATION – CONFUSING VOWEL SOUNDS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3648" y="1141863"/>
            <a:ext cx="91440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ɒ</a:t>
            </a:r>
            <a:r>
              <a:rPr lang="vi-VN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vi-VN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		ʌ</a:t>
            </a:r>
            <a:endParaRPr lang="vi-VN" dirty="0" smtClean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cop					cup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pop					pup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not					nut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hot					hut</a:t>
            </a:r>
          </a:p>
          <a:p>
            <a:pPr>
              <a:lnSpc>
                <a:spcPct val="150000"/>
              </a:lnSpc>
            </a:pPr>
            <a:endParaRPr lang="vi-VN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200150" lvl="2" indent="-285750">
              <a:lnSpc>
                <a:spcPct val="150000"/>
              </a:lnSpc>
              <a:buFont typeface="Symbol" pitchFamily="18" charset="2"/>
              <a:buChar char=""/>
            </a:pPr>
            <a:r>
              <a:rPr lang="vi-VN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John got the hot nuts, not the hot huts.</a:t>
            </a:r>
            <a:endParaRPr lang="vi-VN" b="1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			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5529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1143000" y="531558"/>
            <a:ext cx="7743825" cy="6078792"/>
            <a:chOff x="1143000" y="304800"/>
            <a:chExt cx="7743825" cy="6305550"/>
          </a:xfrm>
        </p:grpSpPr>
        <p:pic>
          <p:nvPicPr>
            <p:cNvPr id="1048" name="Picture 24" descr="motorcycle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295400" y="1319590"/>
              <a:ext cx="1047750" cy="690185"/>
            </a:xfrm>
            <a:prstGeom prst="rect">
              <a:avLst/>
            </a:prstGeom>
            <a:noFill/>
          </p:spPr>
        </p:pic>
        <p:pic>
          <p:nvPicPr>
            <p:cNvPr id="1043" name="Picture 19" descr="sleep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76600" y="2133600"/>
              <a:ext cx="1181100" cy="781050"/>
            </a:xfrm>
            <a:prstGeom prst="rect">
              <a:avLst/>
            </a:prstGeom>
            <a:noFill/>
          </p:spPr>
        </p:pic>
        <p:pic>
          <p:nvPicPr>
            <p:cNvPr id="1035" name="Picture 11" descr="watch2_resiz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25850" y="4037596"/>
              <a:ext cx="869950" cy="686803"/>
            </a:xfrm>
            <a:prstGeom prst="rect">
              <a:avLst/>
            </a:prstGeom>
            <a:noFill/>
          </p:spPr>
        </p:pic>
        <p:pic>
          <p:nvPicPr>
            <p:cNvPr id="1030" name="Picture 6" descr="KITCH031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410200" y="4911286"/>
              <a:ext cx="1381125" cy="756090"/>
            </a:xfrm>
            <a:prstGeom prst="rect">
              <a:avLst/>
            </a:prstGeom>
            <a:noFill/>
          </p:spPr>
        </p:pic>
        <p:pic>
          <p:nvPicPr>
            <p:cNvPr id="1052" name="Picture 28" descr="car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143000" y="304800"/>
              <a:ext cx="1209675" cy="685800"/>
            </a:xfrm>
            <a:prstGeom prst="rect">
              <a:avLst/>
            </a:prstGeom>
            <a:noFill/>
          </p:spPr>
        </p:pic>
        <p:pic>
          <p:nvPicPr>
            <p:cNvPr id="1051" name="Picture 27" descr="bed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124200" y="381000"/>
              <a:ext cx="1219200" cy="704850"/>
            </a:xfrm>
            <a:prstGeom prst="rect">
              <a:avLst/>
            </a:prstGeom>
            <a:noFill/>
          </p:spPr>
        </p:pic>
        <p:pic>
          <p:nvPicPr>
            <p:cNvPr id="1050" name="Picture 26" descr="door_resiz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943600" y="304800"/>
              <a:ext cx="685800" cy="733425"/>
            </a:xfrm>
            <a:prstGeom prst="rect">
              <a:avLst/>
            </a:prstGeom>
            <a:noFill/>
          </p:spPr>
        </p:pic>
        <p:pic>
          <p:nvPicPr>
            <p:cNvPr id="1049" name="Picture 25" descr="FOOD568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7924800" y="304800"/>
              <a:ext cx="857250" cy="742950"/>
            </a:xfrm>
            <a:prstGeom prst="rect">
              <a:avLst/>
            </a:prstGeom>
            <a:noFill/>
          </p:spPr>
        </p:pic>
        <p:pic>
          <p:nvPicPr>
            <p:cNvPr id="1047" name="Picture 23" descr="enter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3733800" y="1219200"/>
              <a:ext cx="781050" cy="800100"/>
            </a:xfrm>
            <a:prstGeom prst="rect">
              <a:avLst/>
            </a:prstGeom>
            <a:noFill/>
          </p:spPr>
        </p:pic>
        <p:pic>
          <p:nvPicPr>
            <p:cNvPr id="1046" name="Picture 22" descr="open_resize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6019800" y="1219200"/>
              <a:ext cx="666750" cy="790575"/>
            </a:xfrm>
            <a:prstGeom prst="rect">
              <a:avLst/>
            </a:prstGeom>
            <a:noFill/>
          </p:spPr>
        </p:pic>
        <p:pic>
          <p:nvPicPr>
            <p:cNvPr id="1045" name="Picture 21" descr="pan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7848600" y="1219200"/>
              <a:ext cx="981075" cy="752475"/>
            </a:xfrm>
            <a:prstGeom prst="rect">
              <a:avLst/>
            </a:prstGeom>
            <a:noFill/>
          </p:spPr>
        </p:pic>
        <p:pic>
          <p:nvPicPr>
            <p:cNvPr id="1044" name="Picture 20" descr="BICycle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1219200" y="2133600"/>
              <a:ext cx="1104900" cy="800100"/>
            </a:xfrm>
            <a:prstGeom prst="rect">
              <a:avLst/>
            </a:prstGeom>
            <a:noFill/>
          </p:spPr>
        </p:pic>
        <p:pic>
          <p:nvPicPr>
            <p:cNvPr id="1042" name="Picture 18" descr="CURTAIN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5943600" y="2133600"/>
              <a:ext cx="742950" cy="819150"/>
            </a:xfrm>
            <a:prstGeom prst="rect">
              <a:avLst/>
            </a:prstGeom>
            <a:noFill/>
          </p:spPr>
        </p:pic>
        <p:pic>
          <p:nvPicPr>
            <p:cNvPr id="1041" name="Picture 17" descr="cup2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7848600" y="2103640"/>
              <a:ext cx="990600" cy="801485"/>
            </a:xfrm>
            <a:prstGeom prst="rect">
              <a:avLst/>
            </a:prstGeom>
            <a:noFill/>
          </p:spPr>
        </p:pic>
        <p:pic>
          <p:nvPicPr>
            <p:cNvPr id="1040" name="Picture 16" descr="POKCAT7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1524000" y="3034266"/>
              <a:ext cx="762000" cy="832884"/>
            </a:xfrm>
            <a:prstGeom prst="rect">
              <a:avLst/>
            </a:prstGeom>
            <a:noFill/>
          </p:spPr>
        </p:pic>
        <p:pic>
          <p:nvPicPr>
            <p:cNvPr id="1039" name="Picture 15" descr="bathroom"/>
            <p:cNvPicPr>
              <a:picLocks noChangeAspect="1"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3962400" y="3048000"/>
              <a:ext cx="552450" cy="761711"/>
            </a:xfrm>
            <a:prstGeom prst="rect">
              <a:avLst/>
            </a:prstGeom>
            <a:noFill/>
          </p:spPr>
        </p:pic>
        <p:pic>
          <p:nvPicPr>
            <p:cNvPr id="1038" name="Picture 14" descr="CARPNTR1_resize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5715000" y="3048000"/>
              <a:ext cx="1009855" cy="809625"/>
            </a:xfrm>
            <a:prstGeom prst="rect">
              <a:avLst/>
            </a:prstGeom>
            <a:noFill/>
          </p:spPr>
        </p:pic>
        <p:pic>
          <p:nvPicPr>
            <p:cNvPr id="1037" name="Picture 13" descr="PLATTER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7620000" y="2971800"/>
              <a:ext cx="1266825" cy="885825"/>
            </a:xfrm>
            <a:prstGeom prst="rect">
              <a:avLst/>
            </a:prstGeom>
            <a:noFill/>
          </p:spPr>
        </p:pic>
        <p:pic>
          <p:nvPicPr>
            <p:cNvPr id="1036" name="Picture 12" descr="dog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1447800" y="3943958"/>
              <a:ext cx="838200" cy="847117"/>
            </a:xfrm>
            <a:prstGeom prst="rect">
              <a:avLst/>
            </a:prstGeom>
            <a:noFill/>
          </p:spPr>
        </p:pic>
        <p:pic>
          <p:nvPicPr>
            <p:cNvPr id="1034" name="Picture 10" descr="ceiling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6096000" y="3990008"/>
              <a:ext cx="581025" cy="791541"/>
            </a:xfrm>
            <a:prstGeom prst="rect">
              <a:avLst/>
            </a:prstGeom>
            <a:noFill/>
          </p:spPr>
        </p:pic>
        <p:pic>
          <p:nvPicPr>
            <p:cNvPr id="1033" name="Picture 9" descr="SOUPSPN"/>
            <p:cNvPicPr>
              <a:picLocks noChangeAspect="1" noChangeArrowheads="1"/>
            </p:cNvPicPr>
            <p:nvPr/>
          </p:nvPicPr>
          <p:blipFill>
            <a:blip r:embed="rId24"/>
            <a:srcRect/>
            <a:stretch>
              <a:fillRect/>
            </a:stretch>
          </p:blipFill>
          <p:spPr bwMode="auto">
            <a:xfrm>
              <a:off x="8229600" y="3886200"/>
              <a:ext cx="590550" cy="885825"/>
            </a:xfrm>
            <a:prstGeom prst="rect">
              <a:avLst/>
            </a:prstGeom>
            <a:noFill/>
          </p:spPr>
        </p:pic>
        <p:pic>
          <p:nvPicPr>
            <p:cNvPr id="1032" name="Picture 8" descr="gardener"/>
            <p:cNvPicPr>
              <a:picLocks noChangeAspect="1" noChangeArrowheads="1"/>
            </p:cNvPicPr>
            <p:nvPr/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1143000" y="4876800"/>
              <a:ext cx="1247775" cy="723900"/>
            </a:xfrm>
            <a:prstGeom prst="rect">
              <a:avLst/>
            </a:prstGeom>
            <a:noFill/>
          </p:spPr>
        </p:pic>
        <p:pic>
          <p:nvPicPr>
            <p:cNvPr id="1031" name="Picture 7" descr="INTFD061"/>
            <p:cNvPicPr>
              <a:picLocks noChangeAspect="1" noChangeArrowheads="1"/>
            </p:cNvPicPr>
            <p:nvPr/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657600" y="4874741"/>
              <a:ext cx="781050" cy="802159"/>
            </a:xfrm>
            <a:prstGeom prst="rect">
              <a:avLst/>
            </a:prstGeom>
            <a:noFill/>
          </p:spPr>
        </p:pic>
        <p:pic>
          <p:nvPicPr>
            <p:cNvPr id="1029" name="Picture 5" descr="KNIFE"/>
            <p:cNvPicPr>
              <a:picLocks noChangeAspect="1" noChangeArrowheads="1"/>
            </p:cNvPicPr>
            <p:nvPr/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7696200" y="4876800"/>
              <a:ext cx="1123950" cy="733425"/>
            </a:xfrm>
            <a:prstGeom prst="rect">
              <a:avLst/>
            </a:prstGeom>
            <a:noFill/>
          </p:spPr>
        </p:pic>
        <p:pic>
          <p:nvPicPr>
            <p:cNvPr id="1028" name="Picture 4" descr="LAMP"/>
            <p:cNvPicPr>
              <a:picLocks noChangeAspect="1" noChangeArrowheads="1"/>
            </p:cNvPicPr>
            <p:nvPr/>
          </p:nvPicPr>
          <p:blipFill>
            <a:blip r:embed="rId28" cstate="print"/>
            <a:srcRect/>
            <a:stretch>
              <a:fillRect/>
            </a:stretch>
          </p:blipFill>
          <p:spPr bwMode="auto">
            <a:xfrm>
              <a:off x="1600200" y="5791200"/>
              <a:ext cx="647700" cy="809625"/>
            </a:xfrm>
            <a:prstGeom prst="rect">
              <a:avLst/>
            </a:prstGeom>
            <a:noFill/>
          </p:spPr>
        </p:pic>
        <p:pic>
          <p:nvPicPr>
            <p:cNvPr id="1027" name="Picture 3" descr="B1ARCH81"/>
            <p:cNvPicPr>
              <a:picLocks noChangeAspect="1" noChangeArrowheads="1"/>
            </p:cNvPicPr>
            <p:nvPr/>
          </p:nvPicPr>
          <p:blipFill>
            <a:blip r:embed="rId29" cstate="print">
              <a:lum contrast="48000"/>
            </a:blip>
            <a:srcRect l="13086" t="28935"/>
            <a:stretch>
              <a:fillRect/>
            </a:stretch>
          </p:blipFill>
          <p:spPr bwMode="auto">
            <a:xfrm>
              <a:off x="3581400" y="5791200"/>
              <a:ext cx="828675" cy="819150"/>
            </a:xfrm>
            <a:prstGeom prst="rect">
              <a:avLst/>
            </a:prstGeom>
            <a:noFill/>
          </p:spPr>
        </p:pic>
        <p:pic>
          <p:nvPicPr>
            <p:cNvPr id="1026" name="Picture 2" descr="lunchtime break_resize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5638800" y="5791200"/>
              <a:ext cx="762000" cy="753341"/>
            </a:xfrm>
            <a:prstGeom prst="rect">
              <a:avLst/>
            </a:prstGeom>
            <a:noFill/>
          </p:spPr>
        </p:pic>
        <p:pic>
          <p:nvPicPr>
            <p:cNvPr id="1025" name="Picture 1" descr="FORK1"/>
            <p:cNvPicPr>
              <a:picLocks noChangeAspect="1" noChangeArrowheads="1"/>
            </p:cNvPicPr>
            <p:nvPr/>
          </p:nvPicPr>
          <p:blipFill>
            <a:blip r:embed="rId31"/>
            <a:srcRect/>
            <a:stretch>
              <a:fillRect/>
            </a:stretch>
          </p:blipFill>
          <p:spPr bwMode="auto">
            <a:xfrm>
              <a:off x="8077200" y="5791200"/>
              <a:ext cx="276225" cy="809625"/>
            </a:xfrm>
            <a:prstGeom prst="rect">
              <a:avLst/>
            </a:prstGeom>
            <a:noFill/>
          </p:spPr>
        </p:pic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1597"/>
              </p:ext>
            </p:extLst>
          </p:nvPr>
        </p:nvGraphicFramePr>
        <p:xfrm>
          <a:off x="190500" y="481632"/>
          <a:ext cx="8763000" cy="6128717"/>
        </p:xfrm>
        <a:graphic>
          <a:graphicData uri="http://schemas.openxmlformats.org/drawingml/2006/table">
            <a:tbl>
              <a:tblPr/>
              <a:tblGrid>
                <a:gridCol w="2190750"/>
                <a:gridCol w="2190750"/>
                <a:gridCol w="2190750"/>
                <a:gridCol w="2190750"/>
              </a:tblGrid>
              <a:tr h="875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BED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DOOR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DINNER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1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MOTORCYCLE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ROOM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WINDOW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PAN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BICYCLE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BEDROOM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CURTAIN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CUP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BATHROOM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FLOOR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PLATE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DOG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LIVING ROOM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CEILING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SPOON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GARDEN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KITCHEN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BREAKFAST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KNIFE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LAMP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GATE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endParaRPr lang="en-US" sz="10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FORK</a:t>
                      </a:r>
                      <a:endParaRPr lang="en-US" sz="1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NOUNS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QR01(Unit3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2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1081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400319"/>
              </p:ext>
            </p:extLst>
          </p:nvPr>
        </p:nvGraphicFramePr>
        <p:xfrm>
          <a:off x="152400" y="533401"/>
          <a:ext cx="8763000" cy="6095999"/>
        </p:xfrm>
        <a:graphic>
          <a:graphicData uri="http://schemas.openxmlformats.org/drawingml/2006/table">
            <a:tbl>
              <a:tblPr/>
              <a:tblGrid>
                <a:gridCol w="2190750"/>
                <a:gridCol w="2190750"/>
                <a:gridCol w="2190750"/>
                <a:gridCol w="2190750"/>
              </a:tblGrid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85800" y="606836"/>
            <a:ext cx="7829550" cy="6003513"/>
            <a:chOff x="685800" y="304800"/>
            <a:chExt cx="7829550" cy="6305550"/>
          </a:xfrm>
        </p:grpSpPr>
        <p:pic>
          <p:nvPicPr>
            <p:cNvPr id="1048" name="Picture 24" descr="motorcycle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38200" y="1319590"/>
              <a:ext cx="1047750" cy="690185"/>
            </a:xfrm>
            <a:prstGeom prst="rect">
              <a:avLst/>
            </a:prstGeom>
            <a:noFill/>
          </p:spPr>
        </p:pic>
        <p:pic>
          <p:nvPicPr>
            <p:cNvPr id="1043" name="Picture 19" descr="sleep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71800" y="2133600"/>
              <a:ext cx="1181100" cy="781050"/>
            </a:xfrm>
            <a:prstGeom prst="rect">
              <a:avLst/>
            </a:prstGeom>
            <a:noFill/>
          </p:spPr>
        </p:pic>
        <p:pic>
          <p:nvPicPr>
            <p:cNvPr id="1035" name="Picture 11" descr="watch2_resize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124200" y="4037596"/>
              <a:ext cx="869950" cy="686803"/>
            </a:xfrm>
            <a:prstGeom prst="rect">
              <a:avLst/>
            </a:prstGeom>
            <a:noFill/>
          </p:spPr>
        </p:pic>
        <p:pic>
          <p:nvPicPr>
            <p:cNvPr id="1030" name="Picture 6" descr="KITCH03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019675" y="4911286"/>
              <a:ext cx="1381125" cy="756090"/>
            </a:xfrm>
            <a:prstGeom prst="rect">
              <a:avLst/>
            </a:prstGeom>
            <a:noFill/>
          </p:spPr>
        </p:pic>
        <p:pic>
          <p:nvPicPr>
            <p:cNvPr id="1052" name="Picture 28" descr="car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85800" y="304800"/>
              <a:ext cx="1209675" cy="685800"/>
            </a:xfrm>
            <a:prstGeom prst="rect">
              <a:avLst/>
            </a:prstGeom>
            <a:noFill/>
          </p:spPr>
        </p:pic>
        <p:pic>
          <p:nvPicPr>
            <p:cNvPr id="1051" name="Picture 27" descr="bed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819400" y="381000"/>
              <a:ext cx="1219200" cy="704850"/>
            </a:xfrm>
            <a:prstGeom prst="rect">
              <a:avLst/>
            </a:prstGeom>
            <a:noFill/>
          </p:spPr>
        </p:pic>
        <p:pic>
          <p:nvPicPr>
            <p:cNvPr id="1050" name="Picture 26" descr="door_resiz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334000" y="304800"/>
              <a:ext cx="685800" cy="733425"/>
            </a:xfrm>
            <a:prstGeom prst="rect">
              <a:avLst/>
            </a:prstGeom>
            <a:noFill/>
          </p:spPr>
        </p:pic>
        <p:pic>
          <p:nvPicPr>
            <p:cNvPr id="1049" name="Picture 25" descr="FOOD568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391400" y="304800"/>
              <a:ext cx="857250" cy="742950"/>
            </a:xfrm>
            <a:prstGeom prst="rect">
              <a:avLst/>
            </a:prstGeom>
            <a:noFill/>
          </p:spPr>
        </p:pic>
        <p:pic>
          <p:nvPicPr>
            <p:cNvPr id="1047" name="Picture 23" descr="enter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124200" y="1219200"/>
              <a:ext cx="781050" cy="800100"/>
            </a:xfrm>
            <a:prstGeom prst="rect">
              <a:avLst/>
            </a:prstGeom>
            <a:noFill/>
          </p:spPr>
        </p:pic>
        <p:pic>
          <p:nvPicPr>
            <p:cNvPr id="1046" name="Picture 22" descr="open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334000" y="1219200"/>
              <a:ext cx="666750" cy="790575"/>
            </a:xfrm>
            <a:prstGeom prst="rect">
              <a:avLst/>
            </a:prstGeom>
            <a:noFill/>
          </p:spPr>
        </p:pic>
        <p:pic>
          <p:nvPicPr>
            <p:cNvPr id="1045" name="Picture 21" descr="pan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391400" y="1219200"/>
              <a:ext cx="981075" cy="752475"/>
            </a:xfrm>
            <a:prstGeom prst="rect">
              <a:avLst/>
            </a:prstGeom>
            <a:noFill/>
          </p:spPr>
        </p:pic>
        <p:pic>
          <p:nvPicPr>
            <p:cNvPr id="1044" name="Picture 20" descr="BICycle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800100" y="2133600"/>
              <a:ext cx="1104900" cy="800100"/>
            </a:xfrm>
            <a:prstGeom prst="rect">
              <a:avLst/>
            </a:prstGeom>
            <a:noFill/>
          </p:spPr>
        </p:pic>
        <p:pic>
          <p:nvPicPr>
            <p:cNvPr id="1042" name="Picture 18" descr="CURTAIN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257800" y="2133600"/>
              <a:ext cx="742950" cy="819150"/>
            </a:xfrm>
            <a:prstGeom prst="rect">
              <a:avLst/>
            </a:prstGeom>
            <a:noFill/>
          </p:spPr>
        </p:pic>
        <p:pic>
          <p:nvPicPr>
            <p:cNvPr id="1041" name="Picture 17" descr="cup2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7315200" y="2103640"/>
              <a:ext cx="990600" cy="801485"/>
            </a:xfrm>
            <a:prstGeom prst="rect">
              <a:avLst/>
            </a:prstGeom>
            <a:noFill/>
          </p:spPr>
        </p:pic>
        <p:pic>
          <p:nvPicPr>
            <p:cNvPr id="1040" name="Picture 16" descr="POKCAT7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066800" y="3034266"/>
              <a:ext cx="762000" cy="832884"/>
            </a:xfrm>
            <a:prstGeom prst="rect">
              <a:avLst/>
            </a:prstGeom>
            <a:noFill/>
          </p:spPr>
        </p:pic>
        <p:pic>
          <p:nvPicPr>
            <p:cNvPr id="1039" name="Picture 15" descr="bathroom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276600" y="3048000"/>
              <a:ext cx="552450" cy="761711"/>
            </a:xfrm>
            <a:prstGeom prst="rect">
              <a:avLst/>
            </a:prstGeom>
            <a:noFill/>
          </p:spPr>
        </p:pic>
        <p:pic>
          <p:nvPicPr>
            <p:cNvPr id="1038" name="Picture 14" descr="CARPNTR1_resize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5238545" y="3048000"/>
              <a:ext cx="1009855" cy="809625"/>
            </a:xfrm>
            <a:prstGeom prst="rect">
              <a:avLst/>
            </a:prstGeom>
            <a:noFill/>
          </p:spPr>
        </p:pic>
        <p:pic>
          <p:nvPicPr>
            <p:cNvPr id="1037" name="Picture 13" descr="PLATTER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7239000" y="2971800"/>
              <a:ext cx="1266825" cy="885825"/>
            </a:xfrm>
            <a:prstGeom prst="rect">
              <a:avLst/>
            </a:prstGeom>
            <a:noFill/>
          </p:spPr>
        </p:pic>
        <p:pic>
          <p:nvPicPr>
            <p:cNvPr id="1036" name="Picture 12" descr="dog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990600" y="3943958"/>
              <a:ext cx="838200" cy="847117"/>
            </a:xfrm>
            <a:prstGeom prst="rect">
              <a:avLst/>
            </a:prstGeom>
            <a:noFill/>
          </p:spPr>
        </p:pic>
        <p:pic>
          <p:nvPicPr>
            <p:cNvPr id="1034" name="Picture 10" descr="ceiling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5410200" y="3990008"/>
              <a:ext cx="581025" cy="791541"/>
            </a:xfrm>
            <a:prstGeom prst="rect">
              <a:avLst/>
            </a:prstGeom>
            <a:noFill/>
          </p:spPr>
        </p:pic>
        <p:pic>
          <p:nvPicPr>
            <p:cNvPr id="1033" name="Picture 9" descr="SOUPSPN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7620000" y="3962400"/>
              <a:ext cx="590550" cy="885825"/>
            </a:xfrm>
            <a:prstGeom prst="rect">
              <a:avLst/>
            </a:prstGeom>
            <a:noFill/>
          </p:spPr>
        </p:pic>
        <p:pic>
          <p:nvPicPr>
            <p:cNvPr id="1032" name="Picture 8" descr="gardener"/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809625" y="4876800"/>
              <a:ext cx="1247775" cy="723900"/>
            </a:xfrm>
            <a:prstGeom prst="rect">
              <a:avLst/>
            </a:prstGeom>
            <a:noFill/>
          </p:spPr>
        </p:pic>
        <p:pic>
          <p:nvPicPr>
            <p:cNvPr id="1031" name="Picture 7" descr="INTFD061"/>
            <p:cNvPicPr>
              <a:picLocks noChangeAspect="1" noChangeArrowheads="1"/>
            </p:cNvPicPr>
            <p:nvPr/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3124200" y="4874741"/>
              <a:ext cx="781050" cy="802159"/>
            </a:xfrm>
            <a:prstGeom prst="rect">
              <a:avLst/>
            </a:prstGeom>
            <a:noFill/>
          </p:spPr>
        </p:pic>
        <p:pic>
          <p:nvPicPr>
            <p:cNvPr id="1029" name="Picture 5" descr="KNIFE"/>
            <p:cNvPicPr>
              <a:picLocks noChangeAspect="1" noChangeArrowheads="1"/>
            </p:cNvPicPr>
            <p:nvPr/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7391400" y="4876800"/>
              <a:ext cx="1123950" cy="733425"/>
            </a:xfrm>
            <a:prstGeom prst="rect">
              <a:avLst/>
            </a:prstGeom>
            <a:noFill/>
          </p:spPr>
        </p:pic>
        <p:pic>
          <p:nvPicPr>
            <p:cNvPr id="1028" name="Picture 4" descr="LAMP"/>
            <p:cNvPicPr>
              <a:picLocks noChangeAspect="1" noChangeArrowheads="1"/>
            </p:cNvPicPr>
            <p:nvPr/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1143000" y="5791200"/>
              <a:ext cx="647700" cy="809625"/>
            </a:xfrm>
            <a:prstGeom prst="rect">
              <a:avLst/>
            </a:prstGeom>
            <a:noFill/>
          </p:spPr>
        </p:pic>
        <p:pic>
          <p:nvPicPr>
            <p:cNvPr id="1027" name="Picture 3" descr="B1ARCH81"/>
            <p:cNvPicPr>
              <a:picLocks noChangeAspect="1" noChangeArrowheads="1"/>
            </p:cNvPicPr>
            <p:nvPr/>
          </p:nvPicPr>
          <p:blipFill>
            <a:blip r:embed="rId28" cstate="print">
              <a:lum contrast="48000"/>
            </a:blip>
            <a:srcRect l="13086" t="28935"/>
            <a:stretch>
              <a:fillRect/>
            </a:stretch>
          </p:blipFill>
          <p:spPr bwMode="auto">
            <a:xfrm>
              <a:off x="3124200" y="5791200"/>
              <a:ext cx="828675" cy="819150"/>
            </a:xfrm>
            <a:prstGeom prst="rect">
              <a:avLst/>
            </a:prstGeom>
            <a:noFill/>
          </p:spPr>
        </p:pic>
        <p:pic>
          <p:nvPicPr>
            <p:cNvPr id="1026" name="Picture 2" descr="lunchtime break_resize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5257800" y="5791200"/>
              <a:ext cx="762000" cy="753341"/>
            </a:xfrm>
            <a:prstGeom prst="rect">
              <a:avLst/>
            </a:prstGeom>
            <a:noFill/>
          </p:spPr>
        </p:pic>
        <p:pic>
          <p:nvPicPr>
            <p:cNvPr id="1025" name="Picture 1" descr="FORK1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7772400" y="5791200"/>
              <a:ext cx="276225" cy="809625"/>
            </a:xfrm>
            <a:prstGeom prst="rect">
              <a:avLst/>
            </a:prstGeom>
            <a:noFill/>
          </p:spPr>
        </p:pic>
      </p:grpSp>
      <p:pic>
        <p:nvPicPr>
          <p:cNvPr id="33" name="02 Track 2 - 3A.wm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1"/>
          <a:stretch>
            <a:fillRect/>
          </a:stretch>
        </p:blipFill>
        <p:spPr>
          <a:xfrm>
            <a:off x="8839200" y="655320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PICTURES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71130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audio>
              <p:cMediaNode>
                <p:cTn id="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  <p:bldLst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221922"/>
              </p:ext>
            </p:extLst>
          </p:nvPr>
        </p:nvGraphicFramePr>
        <p:xfrm>
          <a:off x="152400" y="533401"/>
          <a:ext cx="8763000" cy="6095999"/>
        </p:xfrm>
        <a:graphic>
          <a:graphicData uri="http://schemas.openxmlformats.org/drawingml/2006/table">
            <a:tbl>
              <a:tblPr/>
              <a:tblGrid>
                <a:gridCol w="2190750"/>
                <a:gridCol w="2190750"/>
                <a:gridCol w="2190750"/>
                <a:gridCol w="2190750"/>
              </a:tblGrid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85800" y="588698"/>
            <a:ext cx="7829550" cy="5950918"/>
            <a:chOff x="685800" y="285749"/>
            <a:chExt cx="7829550" cy="6250310"/>
          </a:xfrm>
        </p:grpSpPr>
        <p:pic>
          <p:nvPicPr>
            <p:cNvPr id="1048" name="Picture 24" descr="motorcycle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38200" y="5825500"/>
              <a:ext cx="1047750" cy="690185"/>
            </a:xfrm>
            <a:prstGeom prst="rect">
              <a:avLst/>
            </a:prstGeom>
            <a:noFill/>
          </p:spPr>
        </p:pic>
        <p:pic>
          <p:nvPicPr>
            <p:cNvPr id="1043" name="Picture 19" descr="sleep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971800" y="285749"/>
              <a:ext cx="1181100" cy="781050"/>
            </a:xfrm>
            <a:prstGeom prst="rect">
              <a:avLst/>
            </a:prstGeom>
            <a:noFill/>
          </p:spPr>
        </p:pic>
        <p:pic>
          <p:nvPicPr>
            <p:cNvPr id="1035" name="Picture 11" descr="watch2_resiz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124200" y="2209297"/>
              <a:ext cx="869950" cy="686803"/>
            </a:xfrm>
            <a:prstGeom prst="rect">
              <a:avLst/>
            </a:prstGeom>
            <a:noFill/>
          </p:spPr>
        </p:pic>
        <p:pic>
          <p:nvPicPr>
            <p:cNvPr id="1030" name="Picture 6" descr="KITCH031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019675" y="4911286"/>
              <a:ext cx="1381125" cy="756090"/>
            </a:xfrm>
            <a:prstGeom prst="rect">
              <a:avLst/>
            </a:prstGeom>
            <a:noFill/>
          </p:spPr>
        </p:pic>
        <p:pic>
          <p:nvPicPr>
            <p:cNvPr id="1052" name="Picture 28" descr="car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85800" y="304800"/>
              <a:ext cx="1209675" cy="685800"/>
            </a:xfrm>
            <a:prstGeom prst="rect">
              <a:avLst/>
            </a:prstGeom>
            <a:noFill/>
          </p:spPr>
        </p:pic>
        <p:pic>
          <p:nvPicPr>
            <p:cNvPr id="1051" name="Picture 27" descr="bed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819400" y="1243011"/>
              <a:ext cx="1219200" cy="704851"/>
            </a:xfrm>
            <a:prstGeom prst="rect">
              <a:avLst/>
            </a:prstGeom>
            <a:noFill/>
          </p:spPr>
        </p:pic>
        <p:pic>
          <p:nvPicPr>
            <p:cNvPr id="1050" name="Picture 26" descr="door_resiz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334000" y="5782259"/>
              <a:ext cx="685800" cy="733425"/>
            </a:xfrm>
            <a:prstGeom prst="rect">
              <a:avLst/>
            </a:prstGeom>
            <a:noFill/>
          </p:spPr>
        </p:pic>
        <p:pic>
          <p:nvPicPr>
            <p:cNvPr id="1047" name="Picture 23" descr="enter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124200" y="3028804"/>
              <a:ext cx="781050" cy="800100"/>
            </a:xfrm>
            <a:prstGeom prst="rect">
              <a:avLst/>
            </a:prstGeom>
            <a:noFill/>
          </p:spPr>
        </p:pic>
        <p:pic>
          <p:nvPicPr>
            <p:cNvPr id="1046" name="Picture 22" descr="open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274231" y="285749"/>
              <a:ext cx="666750" cy="790575"/>
            </a:xfrm>
            <a:prstGeom prst="rect">
              <a:avLst/>
            </a:prstGeom>
            <a:noFill/>
          </p:spPr>
        </p:pic>
        <p:pic>
          <p:nvPicPr>
            <p:cNvPr id="1045" name="Picture 21" descr="pan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391400" y="323849"/>
              <a:ext cx="981075" cy="752475"/>
            </a:xfrm>
            <a:prstGeom prst="rect">
              <a:avLst/>
            </a:prstGeom>
            <a:noFill/>
          </p:spPr>
        </p:pic>
        <p:pic>
          <p:nvPicPr>
            <p:cNvPr id="1044" name="Picture 20" descr="BICycle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800100" y="3012623"/>
              <a:ext cx="1104900" cy="800100"/>
            </a:xfrm>
            <a:prstGeom prst="rect">
              <a:avLst/>
            </a:prstGeom>
            <a:noFill/>
          </p:spPr>
        </p:pic>
        <p:pic>
          <p:nvPicPr>
            <p:cNvPr id="1042" name="Picture 18" descr="CURTAIN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257800" y="3928115"/>
              <a:ext cx="742950" cy="819150"/>
            </a:xfrm>
            <a:prstGeom prst="rect">
              <a:avLst/>
            </a:prstGeom>
            <a:noFill/>
          </p:spPr>
        </p:pic>
        <p:pic>
          <p:nvPicPr>
            <p:cNvPr id="1040" name="Picture 16" descr="POKCAT7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1066800" y="1202807"/>
              <a:ext cx="762000" cy="832884"/>
            </a:xfrm>
            <a:prstGeom prst="rect">
              <a:avLst/>
            </a:prstGeom>
            <a:noFill/>
          </p:spPr>
        </p:pic>
        <p:pic>
          <p:nvPicPr>
            <p:cNvPr id="1039" name="Picture 15" descr="bathroom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3276600" y="5753974"/>
              <a:ext cx="552450" cy="761711"/>
            </a:xfrm>
            <a:prstGeom prst="rect">
              <a:avLst/>
            </a:prstGeom>
            <a:noFill/>
          </p:spPr>
        </p:pic>
        <p:pic>
          <p:nvPicPr>
            <p:cNvPr id="1038" name="Picture 14" descr="CARPNTR1_resize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5124347" y="2112896"/>
              <a:ext cx="1009855" cy="809625"/>
            </a:xfrm>
            <a:prstGeom prst="rect">
              <a:avLst/>
            </a:prstGeom>
            <a:noFill/>
          </p:spPr>
        </p:pic>
        <p:pic>
          <p:nvPicPr>
            <p:cNvPr id="1037" name="Picture 13" descr="PLATTER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7239000" y="1149866"/>
              <a:ext cx="1266825" cy="885825"/>
            </a:xfrm>
            <a:prstGeom prst="rect">
              <a:avLst/>
            </a:prstGeom>
            <a:noFill/>
          </p:spPr>
        </p:pic>
        <p:pic>
          <p:nvPicPr>
            <p:cNvPr id="1036" name="Picture 12" descr="dog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990600" y="3900148"/>
              <a:ext cx="838200" cy="847117"/>
            </a:xfrm>
            <a:prstGeom prst="rect">
              <a:avLst/>
            </a:prstGeom>
            <a:noFill/>
          </p:spPr>
        </p:pic>
        <p:pic>
          <p:nvPicPr>
            <p:cNvPr id="1034" name="Picture 10" descr="ceiling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5410200" y="1180133"/>
              <a:ext cx="581025" cy="791541"/>
            </a:xfrm>
            <a:prstGeom prst="rect">
              <a:avLst/>
            </a:prstGeom>
            <a:noFill/>
          </p:spPr>
        </p:pic>
        <p:pic>
          <p:nvPicPr>
            <p:cNvPr id="1033" name="Picture 9" descr="SOUPSPN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7620000" y="2074796"/>
              <a:ext cx="590550" cy="885825"/>
            </a:xfrm>
            <a:prstGeom prst="rect">
              <a:avLst/>
            </a:prstGeom>
            <a:noFill/>
          </p:spPr>
        </p:pic>
        <p:pic>
          <p:nvPicPr>
            <p:cNvPr id="1032" name="Picture 8" descr="gardener"/>
            <p:cNvPicPr>
              <a:picLocks noChangeAspect="1"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809625" y="2190750"/>
              <a:ext cx="1247775" cy="723900"/>
            </a:xfrm>
            <a:prstGeom prst="rect">
              <a:avLst/>
            </a:prstGeom>
            <a:noFill/>
          </p:spPr>
        </p:pic>
        <p:pic>
          <p:nvPicPr>
            <p:cNvPr id="1031" name="Picture 7" descr="INTFD061"/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3124200" y="4874741"/>
              <a:ext cx="781050" cy="802159"/>
            </a:xfrm>
            <a:prstGeom prst="rect">
              <a:avLst/>
            </a:prstGeom>
            <a:noFill/>
          </p:spPr>
        </p:pic>
        <p:pic>
          <p:nvPicPr>
            <p:cNvPr id="1029" name="Picture 5" descr="KNIFE"/>
            <p:cNvPicPr>
              <a:picLocks noChangeAspect="1" noChangeArrowheads="1"/>
            </p:cNvPicPr>
            <p:nvPr/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7391400" y="5802634"/>
              <a:ext cx="1123950" cy="733425"/>
            </a:xfrm>
            <a:prstGeom prst="rect">
              <a:avLst/>
            </a:prstGeom>
            <a:noFill/>
          </p:spPr>
        </p:pic>
        <p:pic>
          <p:nvPicPr>
            <p:cNvPr id="1028" name="Picture 4" descr="LAMP"/>
            <p:cNvPicPr>
              <a:picLocks noChangeAspect="1" noChangeArrowheads="1"/>
            </p:cNvPicPr>
            <p:nvPr/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1143000" y="4876800"/>
              <a:ext cx="647700" cy="809625"/>
            </a:xfrm>
            <a:prstGeom prst="rect">
              <a:avLst/>
            </a:prstGeom>
            <a:noFill/>
          </p:spPr>
        </p:pic>
        <p:pic>
          <p:nvPicPr>
            <p:cNvPr id="1027" name="Picture 3" descr="B1ARCH81"/>
            <p:cNvPicPr>
              <a:picLocks noChangeAspect="1" noChangeArrowheads="1"/>
            </p:cNvPicPr>
            <p:nvPr/>
          </p:nvPicPr>
          <p:blipFill>
            <a:blip r:embed="rId27" cstate="print">
              <a:lum contrast="48000"/>
            </a:blip>
            <a:srcRect l="13086" t="28935"/>
            <a:stretch>
              <a:fillRect/>
            </a:stretch>
          </p:blipFill>
          <p:spPr bwMode="auto">
            <a:xfrm>
              <a:off x="3124200" y="3962398"/>
              <a:ext cx="828675" cy="819151"/>
            </a:xfrm>
            <a:prstGeom prst="rect">
              <a:avLst/>
            </a:prstGeom>
            <a:noFill/>
          </p:spPr>
        </p:pic>
        <p:pic>
          <p:nvPicPr>
            <p:cNvPr id="1026" name="Picture 2" descr="lunchtime break_resize"/>
            <p:cNvPicPr>
              <a:picLocks noChangeAspect="1" noChangeArrowheads="1"/>
            </p:cNvPicPr>
            <p:nvPr/>
          </p:nvPicPr>
          <p:blipFill>
            <a:blip r:embed="rId28"/>
            <a:srcRect/>
            <a:stretch>
              <a:fillRect/>
            </a:stretch>
          </p:blipFill>
          <p:spPr bwMode="auto">
            <a:xfrm>
              <a:off x="5257800" y="3059382"/>
              <a:ext cx="762000" cy="753341"/>
            </a:xfrm>
            <a:prstGeom prst="rect">
              <a:avLst/>
            </a:prstGeom>
            <a:noFill/>
          </p:spPr>
        </p:pic>
        <p:pic>
          <p:nvPicPr>
            <p:cNvPr id="1025" name="Picture 1" descr="FORK1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7772400" y="3979961"/>
              <a:ext cx="276225" cy="809625"/>
            </a:xfrm>
            <a:prstGeom prst="rect">
              <a:avLst/>
            </a:prstGeom>
            <a:noFill/>
          </p:spPr>
        </p:pic>
        <p:pic>
          <p:nvPicPr>
            <p:cNvPr id="1049" name="Picture 25" descr="FOOD568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7391400" y="3004821"/>
              <a:ext cx="857250" cy="742949"/>
            </a:xfrm>
            <a:prstGeom prst="rect">
              <a:avLst/>
            </a:prstGeom>
            <a:noFill/>
          </p:spPr>
        </p:pic>
        <p:pic>
          <p:nvPicPr>
            <p:cNvPr id="1041" name="Picture 17" descr="cup2"/>
            <p:cNvPicPr>
              <a:picLocks noChangeAspect="1" noChangeArrowheads="1"/>
            </p:cNvPicPr>
            <p:nvPr/>
          </p:nvPicPr>
          <p:blipFill>
            <a:blip r:embed="rId31" cstate="print"/>
            <a:srcRect/>
            <a:stretch>
              <a:fillRect/>
            </a:stretch>
          </p:blipFill>
          <p:spPr bwMode="auto">
            <a:xfrm>
              <a:off x="7315200" y="4865890"/>
              <a:ext cx="990600" cy="801485"/>
            </a:xfrm>
            <a:prstGeom prst="rect">
              <a:avLst/>
            </a:prstGeom>
            <a:noFill/>
          </p:spPr>
        </p:pic>
      </p:grpSp>
      <p:sp>
        <p:nvSpPr>
          <p:cNvPr id="34" name="TextBox 3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6" name="QR01(Unit3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2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5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10815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  <p:bldLst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0110"/>
            <a:ext cx="9144000" cy="1123890"/>
          </a:xfrm>
          <a:solidFill>
            <a:srgbClr val="FFC000"/>
          </a:solidFill>
        </p:spPr>
        <p:txBody>
          <a:bodyPr>
            <a:noAutofit/>
          </a:bodyPr>
          <a:lstStyle/>
          <a:p>
            <a:r>
              <a:rPr lang="en-US" sz="28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IRREGULAR PLURAL NOUNS</a:t>
            </a:r>
            <a:r>
              <a:rPr lang="en-US" sz="36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en-US" sz="36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8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(CÁC HÌNH THỨC SỐ NHIỀU ĐẶC </a:t>
            </a:r>
            <a:r>
              <a:rPr lang="en-US" sz="2800" b="1" dirty="0" err="1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BiỆT</a:t>
            </a:r>
            <a:r>
              <a:rPr lang="en-US" sz="28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en-US" sz="28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600" y="1561138"/>
            <a:ext cx="8153400" cy="527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 mouse	–	mice	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chuột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child	–	children	(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trẻ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em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 tooth	–	teeth	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răng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goose	–	geese	(con 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ngỗng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 man	–	men	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đàn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ông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woman	–	women	(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phụ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nữ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 foot	–	feet	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bàn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chân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An ox	–	oxen	(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bò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đực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 sheep	–	sheep	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cừu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salmon	–	salmon	(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cá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hồi</a:t>
            </a: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70000"/>
              </a:lnSpc>
              <a:tabLst>
                <a:tab pos="1938338" algn="l"/>
                <a:tab pos="2511425" algn="l"/>
                <a:tab pos="5199063" algn="l"/>
              </a:tabLst>
            </a:pP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 person	–	persons/people	(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người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CONVERSATION – I’M IN A HURRY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3987197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46482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Chép tất cả các danh từ trong phần vocabulary, mỗi chữ 2 dòng vào vở bài </a:t>
            </a:r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 </a:t>
            </a:r>
            <a:r>
              <a:rPr lang="en-US" sz="180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</a:t>
            </a:r>
            <a:endParaRPr lang="en-US" sz="180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 1 dòng số ít, 1 dòng số nhiều. </a:t>
            </a:r>
            <a:endParaRPr lang="en-US" sz="1800" dirty="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9144000" cy="2169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 	Hi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! How are you?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 	Not 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bad. And you?</a:t>
            </a:r>
            <a:endParaRPr lang="vi-VN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 	Fine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. Thanks. A cup of coffee?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 	No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thanks. I’m in a hurry. See you later.</a:t>
            </a:r>
            <a:endParaRPr lang="vi-VN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 	See 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you.</a:t>
            </a:r>
            <a:endParaRPr lang="vi-VN" dirty="0"/>
          </a:p>
        </p:txBody>
      </p:sp>
      <p:pic>
        <p:nvPicPr>
          <p:cNvPr id="1026" name="Picture 2" descr="tom-cruise-run"/>
          <p:cNvPicPr>
            <a:picLocks noChangeAspect="1" noChangeArrowheads="1"/>
          </p:cNvPicPr>
          <p:nvPr/>
        </p:nvPicPr>
        <p:blipFill>
          <a:blip r:embed="rId2">
            <a:lum bright="10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602312"/>
            <a:ext cx="2908300" cy="279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587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176</Words>
  <Application>Microsoft Office PowerPoint</Application>
  <PresentationFormat>On-screen Show (4:3)</PresentationFormat>
  <Paragraphs>145</Paragraphs>
  <Slides>7</Slides>
  <Notes>0</Notes>
  <HiddenSlides>0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UNIT 4A</vt:lpstr>
      <vt:lpstr>PowerPoint Presentation</vt:lpstr>
      <vt:lpstr>PowerPoint Presentation</vt:lpstr>
      <vt:lpstr>PowerPoint Presentation</vt:lpstr>
      <vt:lpstr>PowerPoint Presentation</vt:lpstr>
      <vt:lpstr>IRREGULAR PLURAL NOUNS (CÁC HÌNH THỨC SỐ NHIỀU ĐẶC BiỆT)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48</cp:revision>
  <dcterms:created xsi:type="dcterms:W3CDTF">2008-12-29T06:56:31Z</dcterms:created>
  <dcterms:modified xsi:type="dcterms:W3CDTF">2017-07-08T10:57:43Z</dcterms:modified>
</cp:coreProperties>
</file>