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63" r:id="rId3"/>
    <p:sldId id="265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6E55F-2298-44C2-A0D7-358109010C60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57E97-EC72-4493-8451-98DB90CF7D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10B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SO DO I.</a:t>
            </a:r>
          </a:p>
          <a:p>
            <a:pPr algn="ctr"/>
            <a:r>
              <a:rPr lang="en-US" sz="60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ME NEITHER. </a:t>
            </a:r>
            <a:endParaRPr lang="en-US" sz="60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3"/>
          <a:stretch/>
        </p:blipFill>
        <p:spPr>
          <a:xfrm>
            <a:off x="3124200" y="32534"/>
            <a:ext cx="2895600" cy="231350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6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CONVERSATION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219200" y="4477824"/>
            <a:ext cx="6611713" cy="1660567"/>
          </a:xfrm>
          <a:prstGeom prst="rect">
            <a:avLst/>
          </a:prstGeom>
          <a:noFill/>
          <a:ln w="9525" algn="in">
            <a:solidFill>
              <a:srgbClr val="00B05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A: What do you like to listen to, Peter?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B: I like to listen to rock music. And you, Sandra?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A: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So do I.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I really love rock. But I don't like to listen to opera.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B: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Me neither,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Sandra.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4024"/>
            <a:ext cx="9144000" cy="314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582612" y="473075"/>
            <a:ext cx="3074987" cy="669925"/>
          </a:xfrm>
          <a:prstGeom prst="wedgeRoundRectCallout">
            <a:avLst>
              <a:gd name="adj1" fmla="val 30261"/>
              <a:gd name="adj2" fmla="val 116377"/>
              <a:gd name="adj3" fmla="val 16667"/>
            </a:avLst>
          </a:prstGeom>
          <a:solidFill>
            <a:srgbClr val="FFFFFF"/>
          </a:solidFill>
          <a:ln w="12700" algn="ctr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 like to listen to rock music. And you, Sandra?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57200" y="2895600"/>
            <a:ext cx="2438400" cy="659908"/>
          </a:xfrm>
          <a:prstGeom prst="wedgeRoundRectCallout">
            <a:avLst>
              <a:gd name="adj1" fmla="val -10736"/>
              <a:gd name="adj2" fmla="val -80829"/>
              <a:gd name="adj3" fmla="val 16667"/>
            </a:avLst>
          </a:prstGeom>
          <a:solidFill>
            <a:srgbClr val="FFFFFF"/>
          </a:solidFill>
          <a:ln w="12700" algn="ctr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 do I. I really love it.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5257800" y="425876"/>
            <a:ext cx="3151187" cy="630787"/>
          </a:xfrm>
          <a:prstGeom prst="wedgeRoundRectCallout">
            <a:avLst>
              <a:gd name="adj1" fmla="val 55200"/>
              <a:gd name="adj2" fmla="val 97307"/>
              <a:gd name="adj3" fmla="val 16667"/>
            </a:avLst>
          </a:prstGeom>
          <a:solidFill>
            <a:srgbClr val="FFFFFF"/>
          </a:solidFill>
          <a:ln w="12700" algn="ctr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 neither, Sandra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688336" y="2808164"/>
            <a:ext cx="2770187" cy="834779"/>
          </a:xfrm>
          <a:prstGeom prst="wedgeRoundRectCallout">
            <a:avLst>
              <a:gd name="adj1" fmla="val 30666"/>
              <a:gd name="adj2" fmla="val -73219"/>
              <a:gd name="adj3" fmla="val 16667"/>
            </a:avLst>
          </a:prstGeom>
          <a:solidFill>
            <a:srgbClr val="FFFFFF"/>
          </a:solidFill>
          <a:ln w="12700" algn="ctr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I don't like to listen to opera. It’s so boring.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09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PAIR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" y="361638"/>
            <a:ext cx="91440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What do you want to buy? </a:t>
            </a:r>
            <a:r>
              <a:rPr lang="en-US" smtClean="0">
                <a:latin typeface="Tahoma" pitchFamily="34" charset="0"/>
                <a:ea typeface="Tahoma" pitchFamily="34" charset="0"/>
                <a:cs typeface="Tahoma" pitchFamily="34" charset="0"/>
              </a:rPr>
              <a:t>		</a:t>
            </a:r>
            <a:r>
              <a:rPr lang="en-US" b="1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Do you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want to buy a skirt? 	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want to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buy a dress.			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No,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I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don’t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want to buy a skirt.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52400" y="1143000"/>
          <a:ext cx="4038601" cy="4212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43000"/>
                <a:gridCol w="2895601"/>
              </a:tblGrid>
              <a:tr h="324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 to …/ Like to …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buy</a:t>
                      </a:r>
                      <a:endParaRPr lang="vi-VN" sz="1500" kern="1200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tie, a coat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eat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beef, pork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drink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soda, milk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wear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necklace, a bracelet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play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vi-VN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piano, the guitar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teach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English, Vietnamese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drive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Honda, a Toyota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study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math, computer science 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use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pencil, a marker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ride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motorcycle, a horse</a:t>
                      </a: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learn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grammar, pronunciation</a:t>
                      </a: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borrow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books, money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343400" y="1143000"/>
          <a:ext cx="4724400" cy="4212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41342"/>
                <a:gridCol w="3283058"/>
              </a:tblGrid>
              <a:tr h="324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 to … / Need to …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write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report, a letter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read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textbook, the news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count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chairs, the people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save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money, time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cut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oranges, potatoes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paint 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door, the wall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sell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</a:t>
                      </a:r>
                      <a:r>
                        <a:rPr lang="en-US" sz="15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car</a:t>
                      </a:r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the</a:t>
                      </a:r>
                      <a:r>
                        <a:rPr lang="en-US" sz="15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house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lend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cat, the dog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look at</a:t>
                      </a:r>
                      <a:endParaRPr lang="vi-VN" sz="1500" kern="1200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vi-VN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map</a:t>
                      </a:r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the clock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record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lesson, a song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dog, the cat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pants, the jeans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152400" y="5410200"/>
          <a:ext cx="40386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43000"/>
                <a:gridCol w="28956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observe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stars, the moon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show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en-US" sz="16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photos, the videos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conduct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a class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build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houses, bridges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4343400" y="5410200"/>
          <a:ext cx="47244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47800"/>
                <a:gridCol w="32766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store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rice, meat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desk, </a:t>
                      </a:r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TV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contract, a letter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vowels, the consonants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1405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301</Words>
  <Application>Microsoft Office PowerPoint</Application>
  <PresentationFormat>On-screen Show (4:3)</PresentationFormat>
  <Paragraphs>81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Tahoma</vt:lpstr>
      <vt:lpstr>Times New Roman</vt:lpstr>
      <vt:lpstr>Office Theme</vt:lpstr>
      <vt:lpstr>UNIT 10B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VINCENT</cp:lastModifiedBy>
  <cp:revision>124</cp:revision>
  <dcterms:created xsi:type="dcterms:W3CDTF">2008-12-29T06:41:19Z</dcterms:created>
  <dcterms:modified xsi:type="dcterms:W3CDTF">2017-07-08T10:26:46Z</dcterms:modified>
</cp:coreProperties>
</file>