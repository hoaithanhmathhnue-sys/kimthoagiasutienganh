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2" r:id="rId2"/>
    <p:sldId id="263" r:id="rId3"/>
    <p:sldId id="256" r:id="rId4"/>
    <p:sldId id="264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165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6E55F-2298-44C2-A0D7-358109010C60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57E97-EC72-4493-8451-98DB90CF7D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7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57E97-EC72-4493-8451-98DB90CF7D5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7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70823-8DC4-4DED-BBEE-9F50AE7F5B24}" type="datetimeFigureOut">
              <a:rPr lang="en-US" smtClean="0"/>
              <a:pPr/>
              <a:t>7/8/2017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B1A39-3886-4E66-9BF1-F5E53469711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Relationship Id="rId1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8400" y="2504126"/>
            <a:ext cx="4267200" cy="1139826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dirty="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4B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643952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60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SORRY! CAN YOU REPEAT THAT, PLEASE?</a:t>
            </a:r>
            <a:endParaRPr lang="en-US" sz="60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03"/>
          <a:stretch/>
        </p:blipFill>
        <p:spPr>
          <a:xfrm>
            <a:off x="3124200" y="32534"/>
            <a:ext cx="2895600" cy="231350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CONVERSATION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8400" y="815876"/>
            <a:ext cx="487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Excuse me! What do you need?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B: I need a fan.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A: Sorry, can you repeat that, please?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B: A FAN... I need a fan.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A: Got it. And do you need a lamp?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B: No I don’t need a lamp. 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</a:p>
          <a:p>
            <a:r>
              <a:rPr lang="en-US" dirty="0"/>
              <a:t> 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124200"/>
            <a:ext cx="53848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0" y="-22254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7" name="Picture 3" descr="Envy_x360_fro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52" y="585786"/>
            <a:ext cx="1956836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8" name="Picture 4" descr="111290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6" y="2168526"/>
            <a:ext cx="1448312" cy="950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9" name="Picture 5" descr="412D WM DRES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13" y="585787"/>
            <a:ext cx="147002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0" name="Picture 6" descr="d87dd031a028abd9d32dc75d1d4d743df62072a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2" t="-5424" r="21114"/>
          <a:stretch>
            <a:fillRect/>
          </a:stretch>
        </p:blipFill>
        <p:spPr bwMode="auto">
          <a:xfrm>
            <a:off x="4733925" y="1260475"/>
            <a:ext cx="1285875" cy="14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1" name="Picture 7" descr="148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3" y="3600450"/>
            <a:ext cx="1819275" cy="145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2" name="Picture 8" descr="k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5106987"/>
            <a:ext cx="2403475" cy="136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3" name="Picture 9" descr="462570989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725" y="5106987"/>
            <a:ext cx="1760537" cy="132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4" name="Picture 10" descr="labrador-retreiver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388" y="3600450"/>
            <a:ext cx="1741487" cy="151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5" name="Picture 11" descr="1e20f358abd5fe3ac3660838abc8cdb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505620"/>
            <a:ext cx="1224133" cy="148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6" name="Picture 12" descr="lamp-08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25" y="864395"/>
            <a:ext cx="1354360" cy="206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7" name="Picture 13" descr="coffee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8" r="13792"/>
          <a:stretch>
            <a:fillRect/>
          </a:stretch>
        </p:blipFill>
        <p:spPr bwMode="auto">
          <a:xfrm>
            <a:off x="6232525" y="3814763"/>
            <a:ext cx="1687136" cy="1451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8" name="Picture 14" descr="ci_282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4" r="24631"/>
          <a:stretch>
            <a:fillRect/>
          </a:stretch>
        </p:blipFill>
        <p:spPr bwMode="auto">
          <a:xfrm>
            <a:off x="8321675" y="3814763"/>
            <a:ext cx="822325" cy="2493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439738" y="2781300"/>
            <a:ext cx="981076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Like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4991100" y="2989262"/>
            <a:ext cx="723900" cy="555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Iron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 Box 17"/>
          <p:cNvSpPr txBox="1">
            <a:spLocks noChangeArrowheads="1"/>
          </p:cNvSpPr>
          <p:nvPr/>
        </p:nvSpPr>
        <p:spPr bwMode="auto">
          <a:xfrm>
            <a:off x="6350" y="5403849"/>
            <a:ext cx="908050" cy="93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Take off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3660775" y="5821362"/>
            <a:ext cx="911225" cy="486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Feed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6421438" y="2456655"/>
            <a:ext cx="1092370" cy="477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Turn on 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6380162" y="5745163"/>
            <a:ext cx="108108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Want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285267"/>
              </p:ext>
            </p:extLst>
          </p:nvPr>
        </p:nvGraphicFramePr>
        <p:xfrm>
          <a:off x="6350" y="406874"/>
          <a:ext cx="9137649" cy="6454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5883"/>
                <a:gridCol w="3045883"/>
                <a:gridCol w="3045883"/>
              </a:tblGrid>
              <a:tr h="32271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271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  <a:endParaRPr kumimoji="0" lang="en-US" sz="2000" b="1" i="1" u="none" strike="noStrike" cap="none" normalizeH="0" baseline="0" dirty="0" smtClean="0">
              <a:ln>
                <a:noFill/>
              </a:ln>
              <a:solidFill>
                <a:srgbClr val="FFFF00"/>
              </a:solidFill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664915"/>
              </p:ext>
            </p:extLst>
          </p:nvPr>
        </p:nvGraphicFramePr>
        <p:xfrm>
          <a:off x="304799" y="762000"/>
          <a:ext cx="4191000" cy="371643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lock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window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radio, the TV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box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burn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shelf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unlock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gate, the suitcase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off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light, the fan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plate, a glass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take off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slippers, my shoes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chase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dog, a mouse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pull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chair, the desk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216369"/>
              </p:ext>
            </p:extLst>
          </p:nvPr>
        </p:nvGraphicFramePr>
        <p:xfrm>
          <a:off x="4648199" y="762000"/>
          <a:ext cx="4191000" cy="371643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66800"/>
                <a:gridCol w="3124200"/>
              </a:tblGrid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coffee, tea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hit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ceiling, the wall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hat, a scarf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catch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bus, a taxi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push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sofa, the table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lessons, my homework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egg, the drum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bite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apple, a potato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shoot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bird, the goose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letter, a contract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stop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music, the game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0970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kick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ball, the rock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862567"/>
              </p:ext>
            </p:extLst>
          </p:nvPr>
        </p:nvGraphicFramePr>
        <p:xfrm>
          <a:off x="304799" y="4596786"/>
          <a:ext cx="4191000" cy="1752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66800"/>
                <a:gridCol w="31242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animals, flowers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watch, a bracelet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coat, my dress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kitchen, the chair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picture, a map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sweep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wall, the floor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52384"/>
              </p:ext>
            </p:extLst>
          </p:nvPr>
        </p:nvGraphicFramePr>
        <p:xfrm>
          <a:off x="4648200" y="4596786"/>
          <a:ext cx="4191000" cy="17526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66800"/>
                <a:gridCol w="31242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 T-shirts, my ties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box, the windows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close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book, a notebook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rice, soup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dog, the cat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peel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tomatoes, potatoes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99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292</Words>
  <Application>Microsoft Office PowerPoint</Application>
  <PresentationFormat>On-screen Show (4:3)</PresentationFormat>
  <Paragraphs>92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Tahoma</vt:lpstr>
      <vt:lpstr>Office Theme</vt:lpstr>
      <vt:lpstr>UNIT 4B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VINCENT</cp:lastModifiedBy>
  <cp:revision>126</cp:revision>
  <dcterms:created xsi:type="dcterms:W3CDTF">2008-12-29T06:41:19Z</dcterms:created>
  <dcterms:modified xsi:type="dcterms:W3CDTF">2017-07-08T10:08:41Z</dcterms:modified>
</cp:coreProperties>
</file>