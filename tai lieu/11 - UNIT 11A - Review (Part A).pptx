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73" r:id="rId3"/>
    <p:sldId id="274" r:id="rId4"/>
    <p:sldId id="275" r:id="rId5"/>
    <p:sldId id="276" r:id="rId6"/>
    <p:sldId id="269" r:id="rId7"/>
    <p:sldId id="270" r:id="rId8"/>
    <p:sldId id="278" r:id="rId9"/>
    <p:sldId id="279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png"/><Relationship Id="rId26" Type="http://schemas.openxmlformats.org/officeDocument/2006/relationships/image" Target="../media/image26.jpeg"/><Relationship Id="rId3" Type="http://schemas.openxmlformats.org/officeDocument/2006/relationships/image" Target="../media/image3.jpeg"/><Relationship Id="rId21" Type="http://schemas.openxmlformats.org/officeDocument/2006/relationships/image" Target="../media/image21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5" Type="http://schemas.openxmlformats.org/officeDocument/2006/relationships/image" Target="../media/image25.jpeg"/><Relationship Id="rId2" Type="http://schemas.openxmlformats.org/officeDocument/2006/relationships/image" Target="../media/image2.wmf"/><Relationship Id="rId16" Type="http://schemas.openxmlformats.org/officeDocument/2006/relationships/image" Target="../media/image16.jpeg"/><Relationship Id="rId20" Type="http://schemas.openxmlformats.org/officeDocument/2006/relationships/image" Target="../media/image20.jpe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24" Type="http://schemas.openxmlformats.org/officeDocument/2006/relationships/image" Target="../media/image24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23" Type="http://schemas.openxmlformats.org/officeDocument/2006/relationships/image" Target="../media/image23.jpeg"/><Relationship Id="rId28" Type="http://schemas.openxmlformats.org/officeDocument/2006/relationships/image" Target="../media/image28.jpeg"/><Relationship Id="rId10" Type="http://schemas.openxmlformats.org/officeDocument/2006/relationships/image" Target="../media/image10.jpeg"/><Relationship Id="rId19" Type="http://schemas.openxmlformats.org/officeDocument/2006/relationships/image" Target="../media/image19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Relationship Id="rId22" Type="http://schemas.openxmlformats.org/officeDocument/2006/relationships/image" Target="../media/image22.jpeg"/><Relationship Id="rId27" Type="http://schemas.openxmlformats.org/officeDocument/2006/relationships/image" Target="../media/image2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13" Type="http://schemas.openxmlformats.org/officeDocument/2006/relationships/image" Target="../media/image40.jpeg"/><Relationship Id="rId18" Type="http://schemas.openxmlformats.org/officeDocument/2006/relationships/image" Target="../media/image45.jpeg"/><Relationship Id="rId26" Type="http://schemas.openxmlformats.org/officeDocument/2006/relationships/image" Target="../media/image53.jpeg"/><Relationship Id="rId3" Type="http://schemas.openxmlformats.org/officeDocument/2006/relationships/image" Target="../media/image30.jpeg"/><Relationship Id="rId21" Type="http://schemas.openxmlformats.org/officeDocument/2006/relationships/image" Target="../media/image48.jpeg"/><Relationship Id="rId7" Type="http://schemas.openxmlformats.org/officeDocument/2006/relationships/image" Target="../media/image34.jpeg"/><Relationship Id="rId12" Type="http://schemas.openxmlformats.org/officeDocument/2006/relationships/image" Target="../media/image39.jpeg"/><Relationship Id="rId17" Type="http://schemas.openxmlformats.org/officeDocument/2006/relationships/image" Target="../media/image44.wmf"/><Relationship Id="rId25" Type="http://schemas.openxmlformats.org/officeDocument/2006/relationships/image" Target="../media/image52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3.jpeg"/><Relationship Id="rId20" Type="http://schemas.openxmlformats.org/officeDocument/2006/relationships/image" Target="../media/image47.wmf"/><Relationship Id="rId29" Type="http://schemas.openxmlformats.org/officeDocument/2006/relationships/image" Target="../media/image56.jpeg"/><Relationship Id="rId1" Type="http://schemas.openxmlformats.org/officeDocument/2006/relationships/audio" Target="file:///C:\Quick%20Reaction%202010\QR%201\Quick%20Reaction%201%20-%202010\02%20Track%202%20-%203A.wma" TargetMode="External"/><Relationship Id="rId6" Type="http://schemas.openxmlformats.org/officeDocument/2006/relationships/image" Target="../media/image33.wmf"/><Relationship Id="rId11" Type="http://schemas.openxmlformats.org/officeDocument/2006/relationships/image" Target="../media/image38.jpeg"/><Relationship Id="rId24" Type="http://schemas.openxmlformats.org/officeDocument/2006/relationships/image" Target="../media/image51.jpeg"/><Relationship Id="rId5" Type="http://schemas.openxmlformats.org/officeDocument/2006/relationships/image" Target="../media/image32.jpeg"/><Relationship Id="rId15" Type="http://schemas.openxmlformats.org/officeDocument/2006/relationships/image" Target="../media/image42.jpeg"/><Relationship Id="rId23" Type="http://schemas.openxmlformats.org/officeDocument/2006/relationships/image" Target="../media/image50.wmf"/><Relationship Id="rId28" Type="http://schemas.openxmlformats.org/officeDocument/2006/relationships/image" Target="../media/image55.jpeg"/><Relationship Id="rId10" Type="http://schemas.openxmlformats.org/officeDocument/2006/relationships/image" Target="../media/image37.wmf"/><Relationship Id="rId19" Type="http://schemas.openxmlformats.org/officeDocument/2006/relationships/image" Target="../media/image46.jpeg"/><Relationship Id="rId31" Type="http://schemas.openxmlformats.org/officeDocument/2006/relationships/image" Target="../media/image58.png"/><Relationship Id="rId4" Type="http://schemas.openxmlformats.org/officeDocument/2006/relationships/image" Target="../media/image31.jpeg"/><Relationship Id="rId9" Type="http://schemas.openxmlformats.org/officeDocument/2006/relationships/image" Target="../media/image36.jpeg"/><Relationship Id="rId14" Type="http://schemas.openxmlformats.org/officeDocument/2006/relationships/image" Target="../media/image41.jpeg"/><Relationship Id="rId22" Type="http://schemas.openxmlformats.org/officeDocument/2006/relationships/image" Target="../media/image49.jpeg"/><Relationship Id="rId27" Type="http://schemas.openxmlformats.org/officeDocument/2006/relationships/image" Target="../media/image54.jpeg"/><Relationship Id="rId30" Type="http://schemas.openxmlformats.org/officeDocument/2006/relationships/image" Target="../media/image5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13" Type="http://schemas.openxmlformats.org/officeDocument/2006/relationships/image" Target="../media/image70.wmf"/><Relationship Id="rId18" Type="http://schemas.openxmlformats.org/officeDocument/2006/relationships/image" Target="../media/image75.jpeg"/><Relationship Id="rId26" Type="http://schemas.openxmlformats.org/officeDocument/2006/relationships/image" Target="../media/image81.wmf"/><Relationship Id="rId3" Type="http://schemas.openxmlformats.org/officeDocument/2006/relationships/image" Target="../media/image60.jpeg"/><Relationship Id="rId21" Type="http://schemas.openxmlformats.org/officeDocument/2006/relationships/oleObject" Target="../embeddings/oleObject1.bin"/><Relationship Id="rId7" Type="http://schemas.openxmlformats.org/officeDocument/2006/relationships/image" Target="../media/image64.jpeg"/><Relationship Id="rId12" Type="http://schemas.openxmlformats.org/officeDocument/2006/relationships/image" Target="../media/image69.jpeg"/><Relationship Id="rId17" Type="http://schemas.openxmlformats.org/officeDocument/2006/relationships/image" Target="../media/image74.jpeg"/><Relationship Id="rId25" Type="http://schemas.openxmlformats.org/officeDocument/2006/relationships/image" Target="../media/image80.jpe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3.jpeg"/><Relationship Id="rId20" Type="http://schemas.openxmlformats.org/officeDocument/2006/relationships/image" Target="../media/image77.jpeg"/><Relationship Id="rId1" Type="http://schemas.openxmlformats.org/officeDocument/2006/relationships/vmlDrawing" Target="../drawings/vmlDrawing1.vml"/><Relationship Id="rId6" Type="http://schemas.openxmlformats.org/officeDocument/2006/relationships/image" Target="../media/image63.jpeg"/><Relationship Id="rId11" Type="http://schemas.openxmlformats.org/officeDocument/2006/relationships/image" Target="../media/image68.wmf"/><Relationship Id="rId24" Type="http://schemas.openxmlformats.org/officeDocument/2006/relationships/image" Target="../media/image79.jpeg"/><Relationship Id="rId5" Type="http://schemas.openxmlformats.org/officeDocument/2006/relationships/image" Target="../media/image62.jpeg"/><Relationship Id="rId15" Type="http://schemas.openxmlformats.org/officeDocument/2006/relationships/image" Target="../media/image72.jpeg"/><Relationship Id="rId23" Type="http://schemas.openxmlformats.org/officeDocument/2006/relationships/image" Target="../media/image78.jpeg"/><Relationship Id="rId28" Type="http://schemas.openxmlformats.org/officeDocument/2006/relationships/image" Target="../media/image83.jpeg"/><Relationship Id="rId10" Type="http://schemas.openxmlformats.org/officeDocument/2006/relationships/image" Target="../media/image67.wmf"/><Relationship Id="rId19" Type="http://schemas.openxmlformats.org/officeDocument/2006/relationships/image" Target="../media/image76.wmf"/><Relationship Id="rId4" Type="http://schemas.openxmlformats.org/officeDocument/2006/relationships/image" Target="../media/image61.wmf"/><Relationship Id="rId9" Type="http://schemas.openxmlformats.org/officeDocument/2006/relationships/image" Target="../media/image66.jpeg"/><Relationship Id="rId14" Type="http://schemas.openxmlformats.org/officeDocument/2006/relationships/image" Target="../media/image71.jpeg"/><Relationship Id="rId22" Type="http://schemas.openxmlformats.org/officeDocument/2006/relationships/image" Target="../media/image59.png"/><Relationship Id="rId27" Type="http://schemas.openxmlformats.org/officeDocument/2006/relationships/image" Target="../media/image8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jpeg"/><Relationship Id="rId13" Type="http://schemas.openxmlformats.org/officeDocument/2006/relationships/image" Target="../media/image94.jpeg"/><Relationship Id="rId18" Type="http://schemas.openxmlformats.org/officeDocument/2006/relationships/image" Target="../media/image99.jpeg"/><Relationship Id="rId26" Type="http://schemas.openxmlformats.org/officeDocument/2006/relationships/image" Target="../media/image107.jpeg"/><Relationship Id="rId3" Type="http://schemas.openxmlformats.org/officeDocument/2006/relationships/image" Target="../media/image84.wmf"/><Relationship Id="rId21" Type="http://schemas.openxmlformats.org/officeDocument/2006/relationships/image" Target="../media/image102.jpeg"/><Relationship Id="rId7" Type="http://schemas.openxmlformats.org/officeDocument/2006/relationships/image" Target="../media/image88.jpeg"/><Relationship Id="rId12" Type="http://schemas.openxmlformats.org/officeDocument/2006/relationships/image" Target="../media/image93.wmf"/><Relationship Id="rId17" Type="http://schemas.openxmlformats.org/officeDocument/2006/relationships/image" Target="../media/image98.wmf"/><Relationship Id="rId25" Type="http://schemas.openxmlformats.org/officeDocument/2006/relationships/image" Target="../media/image106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7.jpeg"/><Relationship Id="rId20" Type="http://schemas.openxmlformats.org/officeDocument/2006/relationships/image" Target="../media/image101.wmf"/><Relationship Id="rId29" Type="http://schemas.openxmlformats.org/officeDocument/2006/relationships/image" Target="../media/image1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jpeg"/><Relationship Id="rId11" Type="http://schemas.openxmlformats.org/officeDocument/2006/relationships/image" Target="../media/image92.jpeg"/><Relationship Id="rId24" Type="http://schemas.openxmlformats.org/officeDocument/2006/relationships/image" Target="../media/image105.jpeg"/><Relationship Id="rId5" Type="http://schemas.openxmlformats.org/officeDocument/2006/relationships/image" Target="../media/image86.jpeg"/><Relationship Id="rId15" Type="http://schemas.openxmlformats.org/officeDocument/2006/relationships/image" Target="../media/image96.jpeg"/><Relationship Id="rId23" Type="http://schemas.openxmlformats.org/officeDocument/2006/relationships/image" Target="../media/image104.wmf"/><Relationship Id="rId28" Type="http://schemas.openxmlformats.org/officeDocument/2006/relationships/image" Target="../media/image109.jpeg"/><Relationship Id="rId10" Type="http://schemas.openxmlformats.org/officeDocument/2006/relationships/image" Target="../media/image91.jpeg"/><Relationship Id="rId19" Type="http://schemas.openxmlformats.org/officeDocument/2006/relationships/image" Target="../media/image100.jpeg"/><Relationship Id="rId4" Type="http://schemas.openxmlformats.org/officeDocument/2006/relationships/image" Target="../media/image85.jpeg"/><Relationship Id="rId9" Type="http://schemas.openxmlformats.org/officeDocument/2006/relationships/image" Target="../media/image90.jpeg"/><Relationship Id="rId14" Type="http://schemas.openxmlformats.org/officeDocument/2006/relationships/image" Target="../media/image95.jpeg"/><Relationship Id="rId22" Type="http://schemas.openxmlformats.org/officeDocument/2006/relationships/image" Target="../media/image103.jpeg"/><Relationship Id="rId27" Type="http://schemas.openxmlformats.org/officeDocument/2006/relationships/image" Target="../media/image108.jpeg"/><Relationship Id="rId30" Type="http://schemas.openxmlformats.org/officeDocument/2006/relationships/image" Target="../media/image1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11A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REVIEW PART A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84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193005"/>
              </p:ext>
            </p:extLst>
          </p:nvPr>
        </p:nvGraphicFramePr>
        <p:xfrm>
          <a:off x="228600" y="566577"/>
          <a:ext cx="8305800" cy="6116187"/>
        </p:xfrm>
        <a:graphic>
          <a:graphicData uri="http://schemas.openxmlformats.org/drawingml/2006/table">
            <a:tbl>
              <a:tblPr/>
              <a:tblGrid>
                <a:gridCol w="2147506"/>
                <a:gridCol w="2052764"/>
                <a:gridCol w="1894860"/>
                <a:gridCol w="2210670"/>
              </a:tblGrid>
              <a:tr h="873741">
                <a:tc>
                  <a:txBody>
                    <a:bodyPr/>
                    <a:lstStyle/>
                    <a:p>
                      <a:pPr lvl="0" algn="l"/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741"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85801" y="609600"/>
            <a:ext cx="7391400" cy="6004135"/>
            <a:chOff x="685801" y="609600"/>
            <a:chExt cx="7391400" cy="6004135"/>
          </a:xfrm>
        </p:grpSpPr>
        <p:grpSp>
          <p:nvGrpSpPr>
            <p:cNvPr id="31" name="Group 30"/>
            <p:cNvGrpSpPr/>
            <p:nvPr/>
          </p:nvGrpSpPr>
          <p:grpSpPr>
            <a:xfrm>
              <a:off x="685801" y="714375"/>
              <a:ext cx="7391400" cy="5899360"/>
              <a:chOff x="685800" y="290592"/>
              <a:chExt cx="7651937" cy="6323143"/>
            </a:xfrm>
          </p:grpSpPr>
          <p:pic>
            <p:nvPicPr>
              <p:cNvPr id="1045" name="Picture 21" descr="DOMES045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862784" y="1219200"/>
                <a:ext cx="1474953" cy="790575"/>
              </a:xfrm>
              <a:prstGeom prst="rect">
                <a:avLst/>
              </a:prstGeom>
              <a:noFill/>
            </p:spPr>
          </p:pic>
          <p:pic>
            <p:nvPicPr>
              <p:cNvPr id="1028" name="Picture 4" descr="notebook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894077" y="5791200"/>
                <a:ext cx="1257300" cy="790575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telephone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943475" y="5791200"/>
                <a:ext cx="1228725" cy="822535"/>
              </a:xfrm>
              <a:prstGeom prst="rect">
                <a:avLst/>
              </a:prstGeom>
              <a:noFill/>
            </p:spPr>
          </p:pic>
          <p:pic>
            <p:nvPicPr>
              <p:cNvPr id="1052" name="Picture 28" descr="pen3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685800" y="381000"/>
                <a:ext cx="1371600" cy="666750"/>
              </a:xfrm>
              <a:prstGeom prst="rect">
                <a:avLst/>
              </a:prstGeom>
              <a:noFill/>
            </p:spPr>
          </p:pic>
          <p:pic>
            <p:nvPicPr>
              <p:cNvPr id="1050" name="Picture 26" descr="put down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318312" y="290592"/>
                <a:ext cx="638175" cy="757157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tape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7010400" y="304800"/>
                <a:ext cx="1298762" cy="72390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computer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170238" y="1276350"/>
                <a:ext cx="822325" cy="704850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clock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333440" y="1219200"/>
                <a:ext cx="670672" cy="723900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table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005138" y="2133600"/>
                <a:ext cx="1152525" cy="724444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watch4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5421475" y="2133600"/>
                <a:ext cx="525487" cy="813254"/>
              </a:xfrm>
              <a:prstGeom prst="rect">
                <a:avLst/>
              </a:prstGeom>
              <a:noFill/>
            </p:spPr>
          </p:pic>
          <p:pic>
            <p:nvPicPr>
              <p:cNvPr id="1041" name="Picture 17" descr="radio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7486031" y="2133600"/>
                <a:ext cx="727881" cy="76200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chair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3276600" y="3086100"/>
                <a:ext cx="609600" cy="723900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picture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 l="50000" t="21507" b="8742"/>
              <a:stretch>
                <a:fillRect/>
              </a:stretch>
            </p:blipFill>
            <p:spPr bwMode="auto">
              <a:xfrm>
                <a:off x="5242112" y="3048000"/>
                <a:ext cx="800100" cy="723900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television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7528112" y="3048000"/>
                <a:ext cx="752475" cy="733425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shelf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3081339" y="3962400"/>
                <a:ext cx="881062" cy="764107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map2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5257800" y="3984282"/>
                <a:ext cx="755837" cy="806793"/>
              </a:xfrm>
              <a:prstGeom prst="rect">
                <a:avLst/>
              </a:prstGeom>
              <a:noFill/>
            </p:spPr>
          </p:pic>
          <p:pic>
            <p:nvPicPr>
              <p:cNvPr id="1033" name="Picture 9" descr="BULB2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7680512" y="3886200"/>
                <a:ext cx="514350" cy="885825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ook"/>
              <p:cNvPicPr>
                <a:picLocks noChangeAspect="1" noChangeArrowheads="1"/>
              </p:cNvPicPr>
              <p:nvPr/>
            </p:nvPicPr>
            <p:blipFill>
              <a:blip r:embed="rId19" cstate="print"/>
              <a:srcRect/>
              <a:stretch>
                <a:fillRect/>
              </a:stretch>
            </p:blipFill>
            <p:spPr bwMode="auto">
              <a:xfrm>
                <a:off x="1008377" y="4876800"/>
                <a:ext cx="1028700" cy="819150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desk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3162300" y="4876800"/>
                <a:ext cx="838200" cy="809625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VENTILTR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5165912" y="4876800"/>
                <a:ext cx="809625" cy="830654"/>
              </a:xfrm>
              <a:prstGeom prst="rect">
                <a:avLst/>
              </a:prstGeom>
              <a:noFill/>
            </p:spPr>
          </p:pic>
          <p:pic>
            <p:nvPicPr>
              <p:cNvPr id="1029" name="Picture 5" descr="ball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/>
              <a:stretch>
                <a:fillRect/>
              </a:stretch>
            </p:blipFill>
            <p:spPr bwMode="auto">
              <a:xfrm>
                <a:off x="7375712" y="4876800"/>
                <a:ext cx="952500" cy="800100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oard2"/>
              <p:cNvPicPr>
                <a:picLocks noChangeAspect="1" noChangeArrowheads="1"/>
              </p:cNvPicPr>
              <p:nvPr/>
            </p:nvPicPr>
            <p:blipFill>
              <a:blip r:embed="rId23" cstate="print"/>
              <a:srcRect/>
              <a:stretch>
                <a:fillRect/>
              </a:stretch>
            </p:blipFill>
            <p:spPr bwMode="auto">
              <a:xfrm>
                <a:off x="3043238" y="5791200"/>
                <a:ext cx="1076325" cy="771525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WALLPPR_resize"/>
              <p:cNvPicPr>
                <a:picLocks noChangeAspect="1" noChangeArrowheads="1"/>
              </p:cNvPicPr>
              <p:nvPr/>
            </p:nvPicPr>
            <p:blipFill>
              <a:blip r:embed="rId24"/>
              <a:srcRect/>
              <a:stretch>
                <a:fillRect/>
              </a:stretch>
            </p:blipFill>
            <p:spPr bwMode="auto">
              <a:xfrm>
                <a:off x="7375712" y="5791200"/>
                <a:ext cx="952500" cy="771525"/>
              </a:xfrm>
              <a:prstGeom prst="rect">
                <a:avLst/>
              </a:prstGeom>
              <a:noFill/>
            </p:spPr>
          </p:pic>
          <p:pic>
            <p:nvPicPr>
              <p:cNvPr id="35" name="Picture 12" descr="010303_0679_0298_vuvv_resize"/>
              <p:cNvPicPr>
                <a:picLocks noChangeAspect="1" noChangeArrowheads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 bwMode="auto">
              <a:xfrm>
                <a:off x="1104754" y="4038600"/>
                <a:ext cx="835946" cy="733425"/>
              </a:xfrm>
              <a:prstGeom prst="rect">
                <a:avLst/>
              </a:prstGeom>
              <a:noFill/>
            </p:spPr>
          </p:pic>
          <p:pic>
            <p:nvPicPr>
              <p:cNvPr id="37" name="Picture 24" descr="pencil_resize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894077" y="1266825"/>
                <a:ext cx="1257300" cy="609600"/>
              </a:xfrm>
              <a:prstGeom prst="rect">
                <a:avLst/>
              </a:prstGeom>
              <a:noFill/>
            </p:spPr>
          </p:pic>
          <p:pic>
            <p:nvPicPr>
              <p:cNvPr id="38" name="Picture 20" descr="marker"/>
              <p:cNvPicPr>
                <a:picLocks noChangeAspect="1" noChangeArrowheads="1"/>
              </p:cNvPicPr>
              <p:nvPr/>
            </p:nvPicPr>
            <p:blipFill>
              <a:blip r:embed="rId27" cstate="print"/>
              <a:srcRect/>
              <a:stretch>
                <a:fillRect/>
              </a:stretch>
            </p:blipFill>
            <p:spPr bwMode="auto">
              <a:xfrm rot="-1860381">
                <a:off x="1052572" y="2233710"/>
                <a:ext cx="940310" cy="522164"/>
              </a:xfrm>
              <a:prstGeom prst="rect">
                <a:avLst/>
              </a:prstGeom>
              <a:noFill/>
            </p:spPr>
          </p:pic>
          <p:pic>
            <p:nvPicPr>
              <p:cNvPr id="39" name="Picture 16" descr="ruler2"/>
              <p:cNvPicPr>
                <a:picLocks noChangeAspect="1" noChangeArrowheads="1"/>
              </p:cNvPicPr>
              <p:nvPr/>
            </p:nvPicPr>
            <p:blipFill>
              <a:blip r:embed="rId28" cstate="print"/>
              <a:srcRect/>
              <a:stretch>
                <a:fillRect/>
              </a:stretch>
            </p:blipFill>
            <p:spPr bwMode="auto">
              <a:xfrm>
                <a:off x="951937" y="3019425"/>
                <a:ext cx="1141581" cy="819150"/>
              </a:xfrm>
              <a:prstGeom prst="rect">
                <a:avLst/>
              </a:prstGeom>
              <a:noFill/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9926" y="609600"/>
              <a:ext cx="757306" cy="754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644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75994"/>
              </p:ext>
            </p:extLst>
          </p:nvPr>
        </p:nvGraphicFramePr>
        <p:xfrm>
          <a:off x="152400" y="533401"/>
          <a:ext cx="8763000" cy="6095999"/>
        </p:xfrm>
        <a:graphic>
          <a:graphicData uri="http://schemas.openxmlformats.org/drawingml/2006/table">
            <a:tbl>
              <a:tblPr/>
              <a:tblGrid>
                <a:gridCol w="2190750"/>
                <a:gridCol w="2190750"/>
                <a:gridCol w="2190750"/>
                <a:gridCol w="2190750"/>
              </a:tblGrid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08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85800" y="606836"/>
            <a:ext cx="7829550" cy="6003513"/>
            <a:chOff x="685800" y="304800"/>
            <a:chExt cx="7829550" cy="6305550"/>
          </a:xfrm>
        </p:grpSpPr>
        <p:pic>
          <p:nvPicPr>
            <p:cNvPr id="1048" name="Picture 24" descr="motorcycl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8200" y="1319590"/>
              <a:ext cx="1047750" cy="690185"/>
            </a:xfrm>
            <a:prstGeom prst="rect">
              <a:avLst/>
            </a:prstGeom>
            <a:noFill/>
          </p:spPr>
        </p:pic>
        <p:pic>
          <p:nvPicPr>
            <p:cNvPr id="1043" name="Picture 19" descr="sleep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71800" y="2133600"/>
              <a:ext cx="1181100" cy="781050"/>
            </a:xfrm>
            <a:prstGeom prst="rect">
              <a:avLst/>
            </a:prstGeom>
            <a:noFill/>
          </p:spPr>
        </p:pic>
        <p:pic>
          <p:nvPicPr>
            <p:cNvPr id="1035" name="Picture 11" descr="watch2_resize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124200" y="4037596"/>
              <a:ext cx="869950" cy="686803"/>
            </a:xfrm>
            <a:prstGeom prst="rect">
              <a:avLst/>
            </a:prstGeom>
            <a:noFill/>
          </p:spPr>
        </p:pic>
        <p:pic>
          <p:nvPicPr>
            <p:cNvPr id="1030" name="Picture 6" descr="KITCH03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019675" y="4911286"/>
              <a:ext cx="1381125" cy="756090"/>
            </a:xfrm>
            <a:prstGeom prst="rect">
              <a:avLst/>
            </a:prstGeom>
            <a:noFill/>
          </p:spPr>
        </p:pic>
        <p:pic>
          <p:nvPicPr>
            <p:cNvPr id="1052" name="Picture 28" descr="car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85800" y="304800"/>
              <a:ext cx="1209675" cy="685800"/>
            </a:xfrm>
            <a:prstGeom prst="rect">
              <a:avLst/>
            </a:prstGeom>
            <a:noFill/>
          </p:spPr>
        </p:pic>
        <p:pic>
          <p:nvPicPr>
            <p:cNvPr id="1051" name="Picture 27" descr="bed2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819400" y="381000"/>
              <a:ext cx="1219200" cy="704850"/>
            </a:xfrm>
            <a:prstGeom prst="rect">
              <a:avLst/>
            </a:prstGeom>
            <a:noFill/>
          </p:spPr>
        </p:pic>
        <p:pic>
          <p:nvPicPr>
            <p:cNvPr id="1050" name="Picture 26" descr="door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334000" y="304800"/>
              <a:ext cx="685800" cy="733425"/>
            </a:xfrm>
            <a:prstGeom prst="rect">
              <a:avLst/>
            </a:prstGeom>
            <a:noFill/>
          </p:spPr>
        </p:pic>
        <p:pic>
          <p:nvPicPr>
            <p:cNvPr id="1049" name="Picture 25" descr="FOOD568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391400" y="304800"/>
              <a:ext cx="857250" cy="742950"/>
            </a:xfrm>
            <a:prstGeom prst="rect">
              <a:avLst/>
            </a:prstGeom>
            <a:noFill/>
          </p:spPr>
        </p:pic>
        <p:pic>
          <p:nvPicPr>
            <p:cNvPr id="1047" name="Picture 23" descr="enter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124200" y="1219200"/>
              <a:ext cx="781050" cy="800100"/>
            </a:xfrm>
            <a:prstGeom prst="rect">
              <a:avLst/>
            </a:prstGeom>
            <a:noFill/>
          </p:spPr>
        </p:pic>
        <p:pic>
          <p:nvPicPr>
            <p:cNvPr id="1046" name="Picture 22" descr="open_resize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334000" y="1219200"/>
              <a:ext cx="666750" cy="790575"/>
            </a:xfrm>
            <a:prstGeom prst="rect">
              <a:avLst/>
            </a:prstGeom>
            <a:noFill/>
          </p:spPr>
        </p:pic>
        <p:pic>
          <p:nvPicPr>
            <p:cNvPr id="1045" name="Picture 21" descr="pan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7391400" y="1219200"/>
              <a:ext cx="981075" cy="752475"/>
            </a:xfrm>
            <a:prstGeom prst="rect">
              <a:avLst/>
            </a:prstGeom>
            <a:noFill/>
          </p:spPr>
        </p:pic>
        <p:pic>
          <p:nvPicPr>
            <p:cNvPr id="1044" name="Picture 20" descr="BICycle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800100" y="2133600"/>
              <a:ext cx="1104900" cy="800100"/>
            </a:xfrm>
            <a:prstGeom prst="rect">
              <a:avLst/>
            </a:prstGeom>
            <a:noFill/>
          </p:spPr>
        </p:pic>
        <p:pic>
          <p:nvPicPr>
            <p:cNvPr id="1042" name="Picture 18" descr="CURTAIN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257800" y="2133600"/>
              <a:ext cx="742950" cy="819150"/>
            </a:xfrm>
            <a:prstGeom prst="rect">
              <a:avLst/>
            </a:prstGeom>
            <a:noFill/>
          </p:spPr>
        </p:pic>
        <p:pic>
          <p:nvPicPr>
            <p:cNvPr id="1041" name="Picture 17" descr="cup2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7315200" y="2103640"/>
              <a:ext cx="990600" cy="801485"/>
            </a:xfrm>
            <a:prstGeom prst="rect">
              <a:avLst/>
            </a:prstGeom>
            <a:noFill/>
          </p:spPr>
        </p:pic>
        <p:pic>
          <p:nvPicPr>
            <p:cNvPr id="1040" name="Picture 16" descr="POKCAT7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066800" y="3034266"/>
              <a:ext cx="762000" cy="832884"/>
            </a:xfrm>
            <a:prstGeom prst="rect">
              <a:avLst/>
            </a:prstGeom>
            <a:noFill/>
          </p:spPr>
        </p:pic>
        <p:pic>
          <p:nvPicPr>
            <p:cNvPr id="1039" name="Picture 15" descr="bathroom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276600" y="3048000"/>
              <a:ext cx="552450" cy="761711"/>
            </a:xfrm>
            <a:prstGeom prst="rect">
              <a:avLst/>
            </a:prstGeom>
            <a:noFill/>
          </p:spPr>
        </p:pic>
        <p:pic>
          <p:nvPicPr>
            <p:cNvPr id="1038" name="Picture 14" descr="CARPNTR1_resize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5238545" y="3048000"/>
              <a:ext cx="1009855" cy="809625"/>
            </a:xfrm>
            <a:prstGeom prst="rect">
              <a:avLst/>
            </a:prstGeom>
            <a:noFill/>
          </p:spPr>
        </p:pic>
        <p:pic>
          <p:nvPicPr>
            <p:cNvPr id="1037" name="Picture 13" descr="PLATTER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7239000" y="2971800"/>
              <a:ext cx="1266825" cy="885825"/>
            </a:xfrm>
            <a:prstGeom prst="rect">
              <a:avLst/>
            </a:prstGeom>
            <a:noFill/>
          </p:spPr>
        </p:pic>
        <p:pic>
          <p:nvPicPr>
            <p:cNvPr id="1036" name="Picture 12" descr="dog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990600" y="3943958"/>
              <a:ext cx="838200" cy="847117"/>
            </a:xfrm>
            <a:prstGeom prst="rect">
              <a:avLst/>
            </a:prstGeom>
            <a:noFill/>
          </p:spPr>
        </p:pic>
        <p:pic>
          <p:nvPicPr>
            <p:cNvPr id="1034" name="Picture 10" descr="ceiling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5410200" y="3990008"/>
              <a:ext cx="581025" cy="791541"/>
            </a:xfrm>
            <a:prstGeom prst="rect">
              <a:avLst/>
            </a:prstGeom>
            <a:noFill/>
          </p:spPr>
        </p:pic>
        <p:pic>
          <p:nvPicPr>
            <p:cNvPr id="1033" name="Picture 9" descr="SOUPSPN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7620000" y="3962400"/>
              <a:ext cx="590550" cy="885825"/>
            </a:xfrm>
            <a:prstGeom prst="rect">
              <a:avLst/>
            </a:prstGeom>
            <a:noFill/>
          </p:spPr>
        </p:pic>
        <p:pic>
          <p:nvPicPr>
            <p:cNvPr id="1032" name="Picture 8" descr="gardener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809625" y="4876800"/>
              <a:ext cx="1247775" cy="723900"/>
            </a:xfrm>
            <a:prstGeom prst="rect">
              <a:avLst/>
            </a:prstGeom>
            <a:noFill/>
          </p:spPr>
        </p:pic>
        <p:pic>
          <p:nvPicPr>
            <p:cNvPr id="1031" name="Picture 7" descr="INTFD061"/>
            <p:cNvPicPr>
              <a:picLocks noChangeAspect="1" noChangeArrowheads="1"/>
            </p:cNvPicPr>
            <p:nvPr/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3124200" y="4874741"/>
              <a:ext cx="781050" cy="802159"/>
            </a:xfrm>
            <a:prstGeom prst="rect">
              <a:avLst/>
            </a:prstGeom>
            <a:noFill/>
          </p:spPr>
        </p:pic>
        <p:pic>
          <p:nvPicPr>
            <p:cNvPr id="1029" name="Picture 5" descr="KNIFE"/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7391400" y="4876800"/>
              <a:ext cx="1123950" cy="733425"/>
            </a:xfrm>
            <a:prstGeom prst="rect">
              <a:avLst/>
            </a:prstGeom>
            <a:noFill/>
          </p:spPr>
        </p:pic>
        <p:pic>
          <p:nvPicPr>
            <p:cNvPr id="1028" name="Picture 4" descr="LAMP"/>
            <p:cNvPicPr>
              <a:picLocks noChangeAspect="1" noChangeArrowheads="1"/>
            </p:cNvPicPr>
            <p:nvPr/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1143000" y="5791200"/>
              <a:ext cx="647700" cy="809625"/>
            </a:xfrm>
            <a:prstGeom prst="rect">
              <a:avLst/>
            </a:prstGeom>
            <a:noFill/>
          </p:spPr>
        </p:pic>
        <p:pic>
          <p:nvPicPr>
            <p:cNvPr id="1027" name="Picture 3" descr="B1ARCH81"/>
            <p:cNvPicPr>
              <a:picLocks noChangeAspect="1" noChangeArrowheads="1"/>
            </p:cNvPicPr>
            <p:nvPr/>
          </p:nvPicPr>
          <p:blipFill>
            <a:blip r:embed="rId28" cstate="print">
              <a:lum contrast="48000"/>
            </a:blip>
            <a:srcRect l="13086" t="28935"/>
            <a:stretch>
              <a:fillRect/>
            </a:stretch>
          </p:blipFill>
          <p:spPr bwMode="auto">
            <a:xfrm>
              <a:off x="3124200" y="5791200"/>
              <a:ext cx="828675" cy="819150"/>
            </a:xfrm>
            <a:prstGeom prst="rect">
              <a:avLst/>
            </a:prstGeom>
            <a:noFill/>
          </p:spPr>
        </p:pic>
        <p:pic>
          <p:nvPicPr>
            <p:cNvPr id="1026" name="Picture 2" descr="lunchtime break_resize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5257800" y="5791200"/>
              <a:ext cx="762000" cy="753341"/>
            </a:xfrm>
            <a:prstGeom prst="rect">
              <a:avLst/>
            </a:prstGeom>
            <a:noFill/>
          </p:spPr>
        </p:pic>
        <p:pic>
          <p:nvPicPr>
            <p:cNvPr id="1025" name="Picture 1" descr="FORK1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7772400" y="5791200"/>
              <a:ext cx="276225" cy="809625"/>
            </a:xfrm>
            <a:prstGeom prst="rect">
              <a:avLst/>
            </a:prstGeom>
            <a:noFill/>
          </p:spPr>
        </p:pic>
      </p:grpSp>
      <p:pic>
        <p:nvPicPr>
          <p:cNvPr id="33" name="02 Track 2 - 3A.wma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1"/>
          <a:stretch>
            <a:fillRect/>
          </a:stretch>
        </p:blipFill>
        <p:spPr>
          <a:xfrm>
            <a:off x="8839200" y="6553200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5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171130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audio>
              <p:cMediaNode>
                <p:cTn id="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  <p:bldLst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38380"/>
              </p:ext>
            </p:extLst>
          </p:nvPr>
        </p:nvGraphicFramePr>
        <p:xfrm>
          <a:off x="215045" y="533394"/>
          <a:ext cx="8534400" cy="6096005"/>
        </p:xfrm>
        <a:graphic>
          <a:graphicData uri="http://schemas.openxmlformats.org/drawingml/2006/table">
            <a:tbl>
              <a:tblPr/>
              <a:tblGrid>
                <a:gridCol w="1770242"/>
                <a:gridCol w="1793185"/>
                <a:gridCol w="1636105"/>
                <a:gridCol w="1704939"/>
                <a:gridCol w="1629929"/>
              </a:tblGrid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8077" marR="6807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33400" y="685800"/>
            <a:ext cx="8039100" cy="5800725"/>
            <a:chOff x="533400" y="685800"/>
            <a:chExt cx="8039100" cy="5800725"/>
          </a:xfrm>
        </p:grpSpPr>
        <p:grpSp>
          <p:nvGrpSpPr>
            <p:cNvPr id="28" name="Group 27"/>
            <p:cNvGrpSpPr/>
            <p:nvPr/>
          </p:nvGrpSpPr>
          <p:grpSpPr>
            <a:xfrm>
              <a:off x="533400" y="685800"/>
              <a:ext cx="8039100" cy="5800725"/>
              <a:chOff x="533400" y="381001"/>
              <a:chExt cx="8039100" cy="6105524"/>
            </a:xfrm>
          </p:grpSpPr>
          <p:pic>
            <p:nvPicPr>
              <p:cNvPr id="1033" name="Picture 9" descr="turkey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590800" y="4191000"/>
                <a:ext cx="895350" cy="862792"/>
              </a:xfrm>
              <a:prstGeom prst="rect">
                <a:avLst/>
              </a:prstGeom>
              <a:noFill/>
            </p:spPr>
          </p:pic>
          <p:pic>
            <p:nvPicPr>
              <p:cNvPr id="1049" name="Picture 25" descr="FOOD363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667139" y="533400"/>
                <a:ext cx="933061" cy="762000"/>
              </a:xfrm>
              <a:prstGeom prst="rect">
                <a:avLst/>
              </a:prstGeom>
              <a:noFill/>
            </p:spPr>
          </p:pic>
          <p:pic>
            <p:nvPicPr>
              <p:cNvPr id="1048" name="Picture 24" descr="sugar_resize"/>
              <p:cNvPicPr>
                <a:picLocks noChangeAspect="1" noChangeArrowheads="1"/>
              </p:cNvPicPr>
              <p:nvPr/>
            </p:nvPicPr>
            <p:blipFill>
              <a:blip r:embed="rId5"/>
              <a:srcRect l="12245" r="14285"/>
              <a:stretch>
                <a:fillRect/>
              </a:stretch>
            </p:blipFill>
            <p:spPr bwMode="auto">
              <a:xfrm>
                <a:off x="2563168" y="381001"/>
                <a:ext cx="950614" cy="914400"/>
              </a:xfrm>
              <a:prstGeom prst="rect">
                <a:avLst/>
              </a:prstGeom>
              <a:noFill/>
            </p:spPr>
          </p:pic>
          <p:pic>
            <p:nvPicPr>
              <p:cNvPr id="1047" name="Picture 23" descr="JFOOD054_resiz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286982" y="533401"/>
                <a:ext cx="857250" cy="792552"/>
              </a:xfrm>
              <a:prstGeom prst="rect">
                <a:avLst/>
              </a:prstGeom>
              <a:noFill/>
            </p:spPr>
          </p:pic>
          <p:pic>
            <p:nvPicPr>
              <p:cNvPr id="1046" name="Picture 22" descr="ORange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6200597" y="685800"/>
                <a:ext cx="700134" cy="609599"/>
              </a:xfrm>
              <a:prstGeom prst="rect">
                <a:avLst/>
              </a:prstGeom>
              <a:noFill/>
            </p:spPr>
          </p:pic>
          <p:pic>
            <p:nvPicPr>
              <p:cNvPr id="1045" name="Picture 21" descr="coffe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7620000" y="533400"/>
                <a:ext cx="952500" cy="796487"/>
              </a:xfrm>
              <a:prstGeom prst="rect">
                <a:avLst/>
              </a:prstGeom>
              <a:noFill/>
            </p:spPr>
          </p:pic>
          <p:pic>
            <p:nvPicPr>
              <p:cNvPr id="1044" name="Picture 20" descr="RICE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33400" y="1676400"/>
                <a:ext cx="971550" cy="990600"/>
              </a:xfrm>
              <a:prstGeom prst="rect">
                <a:avLst/>
              </a:prstGeom>
              <a:noFill/>
            </p:spPr>
          </p:pic>
          <p:pic>
            <p:nvPicPr>
              <p:cNvPr id="1043" name="Picture 19" descr="SALMON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2566988" y="1600200"/>
                <a:ext cx="942975" cy="971550"/>
              </a:xfrm>
              <a:prstGeom prst="rect">
                <a:avLst/>
              </a:prstGeom>
              <a:noFill/>
            </p:spPr>
          </p:pic>
          <p:pic>
            <p:nvPicPr>
              <p:cNvPr id="1042" name="Picture 18" descr="EGG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249615" y="1752600"/>
                <a:ext cx="931985" cy="914400"/>
              </a:xfrm>
              <a:prstGeom prst="rect">
                <a:avLst/>
              </a:prstGeom>
              <a:noFill/>
            </p:spPr>
          </p:pic>
          <p:pic>
            <p:nvPicPr>
              <p:cNvPr id="1040" name="Picture 16" descr="JFOOD056_resize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8001000" y="1676400"/>
                <a:ext cx="276225" cy="990600"/>
              </a:xfrm>
              <a:prstGeom prst="rect">
                <a:avLst/>
              </a:prstGeom>
              <a:noFill/>
            </p:spPr>
          </p:pic>
          <p:pic>
            <p:nvPicPr>
              <p:cNvPr id="1039" name="Picture 15" descr="FRUIT051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667536" y="3048000"/>
                <a:ext cx="989814" cy="762000"/>
              </a:xfrm>
              <a:prstGeom prst="rect">
                <a:avLst/>
              </a:prstGeom>
              <a:noFill/>
            </p:spPr>
          </p:pic>
          <p:pic>
            <p:nvPicPr>
              <p:cNvPr id="1038" name="Picture 14" descr="SWEDE026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2524125" y="2895600"/>
                <a:ext cx="1028700" cy="923925"/>
              </a:xfrm>
              <a:prstGeom prst="rect">
                <a:avLst/>
              </a:prstGeom>
              <a:noFill/>
            </p:spPr>
          </p:pic>
          <p:pic>
            <p:nvPicPr>
              <p:cNvPr id="1037" name="Picture 13" descr="ice-cream2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482245" y="2971800"/>
                <a:ext cx="466725" cy="827004"/>
              </a:xfrm>
              <a:prstGeom prst="rect">
                <a:avLst/>
              </a:prstGeom>
              <a:noFill/>
            </p:spPr>
          </p:pic>
          <p:pic>
            <p:nvPicPr>
              <p:cNvPr id="1035" name="Picture 11" descr="thirsty2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7725926" y="3048001"/>
                <a:ext cx="770374" cy="762000"/>
              </a:xfrm>
              <a:prstGeom prst="rect">
                <a:avLst/>
              </a:prstGeom>
              <a:noFill/>
            </p:spPr>
          </p:pic>
          <p:pic>
            <p:nvPicPr>
              <p:cNvPr id="1034" name="Picture 10" descr="salt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762000" y="4191000"/>
                <a:ext cx="723900" cy="1009650"/>
              </a:xfrm>
              <a:prstGeom prst="rect">
                <a:avLst/>
              </a:prstGeom>
              <a:noFill/>
            </p:spPr>
          </p:pic>
          <p:pic>
            <p:nvPicPr>
              <p:cNvPr id="1032" name="Picture 8" descr="birthday cake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4301270" y="4191000"/>
                <a:ext cx="828675" cy="1019175"/>
              </a:xfrm>
              <a:prstGeom prst="rect">
                <a:avLst/>
              </a:prstGeom>
              <a:noFill/>
            </p:spPr>
          </p:pic>
          <p:pic>
            <p:nvPicPr>
              <p:cNvPr id="1031" name="Picture 7" descr="POTATOES"/>
              <p:cNvPicPr>
                <a:picLocks noChangeAspect="1" noChangeArrowheads="1"/>
              </p:cNvPicPr>
              <p:nvPr/>
            </p:nvPicPr>
            <p:blipFill>
              <a:blip r:embed="rId19"/>
              <a:srcRect r="21875"/>
              <a:stretch>
                <a:fillRect/>
              </a:stretch>
            </p:blipFill>
            <p:spPr bwMode="auto">
              <a:xfrm>
                <a:off x="6019800" y="4191001"/>
                <a:ext cx="818971" cy="761999"/>
              </a:xfrm>
              <a:prstGeom prst="rect">
                <a:avLst/>
              </a:prstGeom>
              <a:noFill/>
            </p:spPr>
          </p:pic>
          <p:pic>
            <p:nvPicPr>
              <p:cNvPr id="1030" name="Picture 6" descr="beer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7543800" y="4191000"/>
                <a:ext cx="962025" cy="1019175"/>
              </a:xfrm>
              <a:prstGeom prst="rect">
                <a:avLst/>
              </a:prstGeom>
              <a:noFill/>
            </p:spPr>
          </p:pic>
          <p:graphicFrame>
            <p:nvGraphicFramePr>
              <p:cNvPr id="1029" name="Object 5"/>
              <p:cNvGraphicFramePr>
                <a:graphicFrameLocks noChangeAspect="1"/>
              </p:cNvGraphicFramePr>
              <p:nvPr/>
            </p:nvGraphicFramePr>
            <p:xfrm>
              <a:off x="838200" y="5410200"/>
              <a:ext cx="542925" cy="1066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5" name="Bitmap Image" r:id="rId21" imgW="466543" imgH="657317" progId="PBrush">
                      <p:embed/>
                    </p:oleObj>
                  </mc:Choice>
                  <mc:Fallback>
                    <p:oleObj name="Bitmap Image" r:id="rId21" imgW="466543" imgH="657317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8200" y="5410200"/>
                            <a:ext cx="542925" cy="10668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028" name="Picture 4" descr="SWEDE003_resize"/>
              <p:cNvPicPr>
                <a:picLocks noChangeAspect="1" noChangeArrowheads="1"/>
              </p:cNvPicPr>
              <p:nvPr/>
            </p:nvPicPr>
            <p:blipFill>
              <a:blip r:embed="rId23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2514600" y="5334000"/>
                <a:ext cx="1047750" cy="1076325"/>
              </a:xfrm>
              <a:prstGeom prst="rect">
                <a:avLst/>
              </a:prstGeom>
              <a:noFill/>
            </p:spPr>
          </p:pic>
          <p:pic>
            <p:nvPicPr>
              <p:cNvPr id="1027" name="Picture 3" descr="banana3"/>
              <p:cNvPicPr>
                <a:picLocks noChangeAspect="1" noChangeArrowheads="1"/>
              </p:cNvPicPr>
              <p:nvPr/>
            </p:nvPicPr>
            <p:blipFill>
              <a:blip r:embed="rId24" cstate="print"/>
              <a:srcRect/>
              <a:stretch>
                <a:fillRect/>
              </a:stretch>
            </p:blipFill>
            <p:spPr bwMode="auto">
              <a:xfrm>
                <a:off x="4408784" y="5486400"/>
                <a:ext cx="613646" cy="762000"/>
              </a:xfrm>
              <a:prstGeom prst="rect">
                <a:avLst/>
              </a:prstGeom>
              <a:noFill/>
            </p:spPr>
          </p:pic>
          <p:pic>
            <p:nvPicPr>
              <p:cNvPr id="1026" name="Picture 2" descr="a cup of coffee 2"/>
              <p:cNvPicPr>
                <a:picLocks noChangeAspect="1" noChangeArrowheads="1"/>
              </p:cNvPicPr>
              <p:nvPr/>
            </p:nvPicPr>
            <p:blipFill>
              <a:blip r:embed="rId25" cstate="print"/>
              <a:srcRect t="9201"/>
              <a:stretch>
                <a:fillRect/>
              </a:stretch>
            </p:blipFill>
            <p:spPr bwMode="auto">
              <a:xfrm>
                <a:off x="6033492" y="5464946"/>
                <a:ext cx="776705" cy="859654"/>
              </a:xfrm>
              <a:prstGeom prst="rect">
                <a:avLst/>
              </a:prstGeom>
              <a:noFill/>
            </p:spPr>
          </p:pic>
          <p:pic>
            <p:nvPicPr>
              <p:cNvPr id="1025" name="Picture 1" descr="UTTERCOW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7772400" y="5410200"/>
                <a:ext cx="762000" cy="1076325"/>
              </a:xfrm>
              <a:prstGeom prst="rect">
                <a:avLst/>
              </a:prstGeom>
              <a:noFill/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4108" y="1916530"/>
              <a:ext cx="835472" cy="835472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7824" y="3171055"/>
              <a:ext cx="815890" cy="815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215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825684"/>
              </p:ext>
            </p:extLst>
          </p:nvPr>
        </p:nvGraphicFramePr>
        <p:xfrm>
          <a:off x="432515" y="533401"/>
          <a:ext cx="8381999" cy="6108877"/>
        </p:xfrm>
        <a:graphic>
          <a:graphicData uri="http://schemas.openxmlformats.org/drawingml/2006/table">
            <a:tbl>
              <a:tblPr/>
              <a:tblGrid>
                <a:gridCol w="2008862"/>
                <a:gridCol w="1724658"/>
                <a:gridCol w="2292255"/>
                <a:gridCol w="2356224"/>
              </a:tblGrid>
              <a:tr h="10465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4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21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017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2000" b="1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63598" marR="63598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4" name="Group 33"/>
          <p:cNvGrpSpPr/>
          <p:nvPr/>
        </p:nvGrpSpPr>
        <p:grpSpPr>
          <a:xfrm>
            <a:off x="714375" y="609600"/>
            <a:ext cx="7296150" cy="6019800"/>
            <a:chOff x="714375" y="304800"/>
            <a:chExt cx="7296150" cy="6324600"/>
          </a:xfrm>
        </p:grpSpPr>
        <p:pic>
          <p:nvPicPr>
            <p:cNvPr id="1026" name="Picture 2" descr="BEACH"/>
            <p:cNvPicPr>
              <a:picLocks noChangeAspect="1" noChangeArrowheads="1"/>
            </p:cNvPicPr>
            <p:nvPr/>
          </p:nvPicPr>
          <p:blipFill>
            <a:blip r:embed="rId3"/>
            <a:srcRect l="13676" t="21947"/>
            <a:stretch>
              <a:fillRect/>
            </a:stretch>
          </p:blipFill>
          <p:spPr bwMode="auto">
            <a:xfrm>
              <a:off x="4876800" y="6019801"/>
              <a:ext cx="871958" cy="609599"/>
            </a:xfrm>
            <a:prstGeom prst="rect">
              <a:avLst/>
            </a:prstGeom>
            <a:noFill/>
          </p:spPr>
        </p:pic>
        <p:pic>
          <p:nvPicPr>
            <p:cNvPr id="1052" name="Picture 28" descr="toy_resize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16105" y="304800"/>
              <a:ext cx="730015" cy="923925"/>
            </a:xfrm>
            <a:prstGeom prst="rect">
              <a:avLst/>
            </a:prstGeom>
            <a:noFill/>
          </p:spPr>
        </p:pic>
        <p:pic>
          <p:nvPicPr>
            <p:cNvPr id="1051" name="Picture 27" descr="drum_resize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985738" y="323850"/>
              <a:ext cx="596900" cy="895350"/>
            </a:xfrm>
            <a:prstGeom prst="rect">
              <a:avLst/>
            </a:prstGeom>
            <a:noFill/>
          </p:spPr>
        </p:pic>
        <p:pic>
          <p:nvPicPr>
            <p:cNvPr id="1050" name="Picture 26" descr="dress_resiz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021504" y="317679"/>
              <a:ext cx="582551" cy="895350"/>
            </a:xfrm>
            <a:prstGeom prst="rect">
              <a:avLst/>
            </a:prstGeom>
            <a:noFill/>
          </p:spPr>
        </p:pic>
        <p:pic>
          <p:nvPicPr>
            <p:cNvPr id="1048" name="Picture 24" descr="DOLL2_resize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928687" y="1371599"/>
              <a:ext cx="704850" cy="833005"/>
            </a:xfrm>
            <a:prstGeom prst="rect">
              <a:avLst/>
            </a:prstGeom>
            <a:noFill/>
          </p:spPr>
        </p:pic>
        <p:pic>
          <p:nvPicPr>
            <p:cNvPr id="1047" name="Picture 23" descr="guitar_resize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829728" y="1371600"/>
              <a:ext cx="908920" cy="771525"/>
            </a:xfrm>
            <a:prstGeom prst="rect">
              <a:avLst/>
            </a:prstGeom>
            <a:noFill/>
          </p:spPr>
        </p:pic>
        <p:pic>
          <p:nvPicPr>
            <p:cNvPr id="1046" name="Picture 22" descr="coat_resiz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038356" y="1384478"/>
              <a:ext cx="548846" cy="781050"/>
            </a:xfrm>
            <a:prstGeom prst="rect">
              <a:avLst/>
            </a:prstGeom>
            <a:noFill/>
          </p:spPr>
        </p:pic>
        <p:pic>
          <p:nvPicPr>
            <p:cNvPr id="1044" name="Picture 20" descr="bell_resiz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841285" y="2286000"/>
              <a:ext cx="879654" cy="752475"/>
            </a:xfrm>
            <a:prstGeom prst="rect">
              <a:avLst/>
            </a:prstGeom>
            <a:noFill/>
          </p:spPr>
        </p:pic>
        <p:pic>
          <p:nvPicPr>
            <p:cNvPr id="1043" name="Picture 19" descr="piano_resize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903188" y="2309599"/>
              <a:ext cx="762000" cy="757451"/>
            </a:xfrm>
            <a:prstGeom prst="rect">
              <a:avLst/>
            </a:prstGeom>
            <a:noFill/>
          </p:spPr>
        </p:pic>
        <p:pic>
          <p:nvPicPr>
            <p:cNvPr id="1042" name="Picture 18" descr="TIENECK1"/>
            <p:cNvPicPr>
              <a:picLocks noChangeAspect="1" noChangeArrowheads="1"/>
            </p:cNvPicPr>
            <p:nvPr/>
          </p:nvPicPr>
          <p:blipFill>
            <a:blip r:embed="rId12"/>
            <a:srcRect l="30614"/>
            <a:stretch>
              <a:fillRect/>
            </a:stretch>
          </p:blipFill>
          <p:spPr bwMode="auto">
            <a:xfrm>
              <a:off x="5065892" y="2375079"/>
              <a:ext cx="493775" cy="685799"/>
            </a:xfrm>
            <a:prstGeom prst="rect">
              <a:avLst/>
            </a:prstGeom>
            <a:noFill/>
          </p:spPr>
        </p:pic>
        <p:pic>
          <p:nvPicPr>
            <p:cNvPr id="1040" name="Picture 16" descr="sofa2_resize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714375" y="3200400"/>
              <a:ext cx="1133475" cy="828675"/>
            </a:xfrm>
            <a:prstGeom prst="rect">
              <a:avLst/>
            </a:prstGeom>
            <a:noFill/>
          </p:spPr>
        </p:pic>
        <p:pic>
          <p:nvPicPr>
            <p:cNvPr id="1039" name="Picture 15" descr="SHIRT1_resize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819400" y="3171825"/>
              <a:ext cx="929577" cy="790575"/>
            </a:xfrm>
            <a:prstGeom prst="rect">
              <a:avLst/>
            </a:prstGeom>
            <a:noFill/>
          </p:spPr>
        </p:pic>
        <p:pic>
          <p:nvPicPr>
            <p:cNvPr id="1038" name="Picture 14" descr="WSHOP046_resize"/>
            <p:cNvPicPr>
              <a:picLocks noChangeAspect="1" noChangeArrowheads="1"/>
            </p:cNvPicPr>
            <p:nvPr/>
          </p:nvPicPr>
          <p:blipFill>
            <a:blip r:embed="rId15"/>
            <a:srcRect l="-6944" b="33127"/>
            <a:stretch>
              <a:fillRect/>
            </a:stretch>
          </p:blipFill>
          <p:spPr bwMode="auto">
            <a:xfrm>
              <a:off x="5007979" y="3213278"/>
              <a:ext cx="609600" cy="782595"/>
            </a:xfrm>
            <a:prstGeom prst="rect">
              <a:avLst/>
            </a:prstGeom>
            <a:noFill/>
          </p:spPr>
        </p:pic>
        <p:pic>
          <p:nvPicPr>
            <p:cNvPr id="1037" name="Picture 13" descr="cold4_resize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7243762" y="3222171"/>
              <a:ext cx="609600" cy="816429"/>
            </a:xfrm>
            <a:prstGeom prst="rect">
              <a:avLst/>
            </a:prstGeom>
            <a:noFill/>
          </p:spPr>
        </p:pic>
        <p:pic>
          <p:nvPicPr>
            <p:cNvPr id="1036" name="Picture 12" descr="NARCISS1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014412" y="4038600"/>
              <a:ext cx="533400" cy="866775"/>
            </a:xfrm>
            <a:prstGeom prst="rect">
              <a:avLst/>
            </a:prstGeom>
            <a:noFill/>
          </p:spPr>
        </p:pic>
        <p:pic>
          <p:nvPicPr>
            <p:cNvPr id="1034" name="Picture 10" descr="trousers_resize"/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5141329" y="4089578"/>
              <a:ext cx="342900" cy="876300"/>
            </a:xfrm>
            <a:prstGeom prst="rect">
              <a:avLst/>
            </a:prstGeom>
            <a:noFill/>
          </p:spPr>
        </p:pic>
        <p:pic>
          <p:nvPicPr>
            <p:cNvPr id="1033" name="Picture 9" descr="pretty_resize"/>
            <p:cNvPicPr>
              <a:picLocks noChangeAspect="1" noChangeArrowheads="1"/>
            </p:cNvPicPr>
            <p:nvPr/>
          </p:nvPicPr>
          <p:blipFill>
            <a:blip r:embed="rId19"/>
            <a:srcRect l="6737" t="24120" r="49658" b="31934"/>
            <a:stretch>
              <a:fillRect/>
            </a:stretch>
          </p:blipFill>
          <p:spPr bwMode="auto">
            <a:xfrm>
              <a:off x="7230488" y="4114800"/>
              <a:ext cx="636148" cy="819150"/>
            </a:xfrm>
            <a:prstGeom prst="rect">
              <a:avLst/>
            </a:prstGeom>
            <a:noFill/>
          </p:spPr>
        </p:pic>
        <p:pic>
          <p:nvPicPr>
            <p:cNvPr id="1032" name="Picture 8" descr="FLOWR089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1028700" y="5000625"/>
              <a:ext cx="504825" cy="866775"/>
            </a:xfrm>
            <a:prstGeom prst="rect">
              <a:avLst/>
            </a:prstGeom>
            <a:noFill/>
          </p:spPr>
        </p:pic>
        <p:pic>
          <p:nvPicPr>
            <p:cNvPr id="1031" name="Picture 7" descr="blouse_resize"/>
            <p:cNvPicPr>
              <a:picLocks noChangeAspect="1" noChangeArrowheads="1"/>
            </p:cNvPicPr>
            <p:nvPr/>
          </p:nvPicPr>
          <p:blipFill>
            <a:blip r:embed="rId21" cstate="print"/>
            <a:srcRect l="10854" r="5946" b="55243"/>
            <a:stretch>
              <a:fillRect/>
            </a:stretch>
          </p:blipFill>
          <p:spPr bwMode="auto">
            <a:xfrm>
              <a:off x="3027013" y="5029200"/>
              <a:ext cx="514350" cy="746637"/>
            </a:xfrm>
            <a:prstGeom prst="rect">
              <a:avLst/>
            </a:prstGeom>
            <a:noFill/>
          </p:spPr>
        </p:pic>
        <p:pic>
          <p:nvPicPr>
            <p:cNvPr id="1030" name="Picture 6" descr="jeans_resize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5127042" y="5023028"/>
              <a:ext cx="371475" cy="857250"/>
            </a:xfrm>
            <a:prstGeom prst="rect">
              <a:avLst/>
            </a:prstGeom>
            <a:noFill/>
          </p:spPr>
        </p:pic>
        <p:pic>
          <p:nvPicPr>
            <p:cNvPr id="1029" name="Picture 5" descr="BEADS1"/>
            <p:cNvPicPr>
              <a:picLocks noChangeAspect="1" noChangeArrowheads="1"/>
            </p:cNvPicPr>
            <p:nvPr/>
          </p:nvPicPr>
          <p:blipFill>
            <a:blip r:embed="rId23"/>
            <a:srcRect l="33902"/>
            <a:stretch>
              <a:fillRect/>
            </a:stretch>
          </p:blipFill>
          <p:spPr bwMode="auto">
            <a:xfrm>
              <a:off x="7143750" y="4953000"/>
              <a:ext cx="809625" cy="876300"/>
            </a:xfrm>
            <a:prstGeom prst="rect">
              <a:avLst/>
            </a:prstGeom>
            <a:noFill/>
          </p:spPr>
        </p:pic>
        <p:pic>
          <p:nvPicPr>
            <p:cNvPr id="1028" name="Picture 4" descr="millionaire_resize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1001595" y="6017483"/>
              <a:ext cx="559035" cy="611917"/>
            </a:xfrm>
            <a:prstGeom prst="rect">
              <a:avLst/>
            </a:prstGeom>
            <a:noFill/>
          </p:spPr>
        </p:pic>
        <p:pic>
          <p:nvPicPr>
            <p:cNvPr id="1027" name="Picture 3" descr="SKIRTPLT_resize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2897367" y="5943599"/>
              <a:ext cx="773643" cy="632981"/>
            </a:xfrm>
            <a:prstGeom prst="rect">
              <a:avLst/>
            </a:prstGeom>
            <a:noFill/>
          </p:spPr>
        </p:pic>
        <p:pic>
          <p:nvPicPr>
            <p:cNvPr id="1025" name="Picture 1" descr="LVR002D"/>
            <p:cNvPicPr>
              <a:picLocks noChangeAspect="1" noChangeArrowheads="1"/>
            </p:cNvPicPr>
            <p:nvPr/>
          </p:nvPicPr>
          <p:blipFill>
            <a:blip r:embed="rId2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7151955" y="5943600"/>
              <a:ext cx="793214" cy="685800"/>
            </a:xfrm>
            <a:prstGeom prst="rect">
              <a:avLst/>
            </a:prstGeom>
            <a:noFill/>
          </p:spPr>
        </p:pic>
        <p:pic>
          <p:nvPicPr>
            <p:cNvPr id="31" name="Picture 25" descr="shoes_resize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7086600" y="304800"/>
              <a:ext cx="923925" cy="874531"/>
            </a:xfrm>
            <a:prstGeom prst="rect">
              <a:avLst/>
            </a:prstGeom>
            <a:noFill/>
          </p:spPr>
        </p:pic>
        <p:pic>
          <p:nvPicPr>
            <p:cNvPr id="32" name="Picture 21" descr="GLOVE1_resize"/>
            <p:cNvPicPr>
              <a:picLocks noChangeAspect="1" noChangeArrowheads="1"/>
            </p:cNvPicPr>
            <p:nvPr/>
          </p:nvPicPr>
          <p:blipFill>
            <a:blip r:embed="rId28" cstate="print"/>
            <a:srcRect/>
            <a:stretch>
              <a:fillRect/>
            </a:stretch>
          </p:blipFill>
          <p:spPr bwMode="auto">
            <a:xfrm>
              <a:off x="7110412" y="1428750"/>
              <a:ext cx="876300" cy="781050"/>
            </a:xfrm>
            <a:prstGeom prst="rect">
              <a:avLst/>
            </a:prstGeom>
            <a:noFill/>
          </p:spPr>
        </p:pic>
        <p:pic>
          <p:nvPicPr>
            <p:cNvPr id="33" name="Picture 17" descr="pair of glasses_resize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7119937" y="2408783"/>
              <a:ext cx="857250" cy="563017"/>
            </a:xfrm>
            <a:prstGeom prst="rect">
              <a:avLst/>
            </a:prstGeom>
            <a:noFill/>
          </p:spPr>
        </p:pic>
      </p:grpSp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274" y="4242440"/>
            <a:ext cx="766763" cy="76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90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 – ARTICLES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1066800"/>
            <a:ext cx="86868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need ...... eraser.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like ...... car overthere.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Please look at …… board!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want to buy ……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ruler.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Open …… book, please!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have to buy …… book and 2 homework books.</a:t>
            </a:r>
            <a:endParaRPr lang="vi-VN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love ...... flowers very much.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I love ...... 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flowers in my garden.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have to clean …… living room every day?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eat …… cakes and drink …… coffee?</a:t>
            </a:r>
          </a:p>
          <a:p>
            <a:pPr>
              <a:lnSpc>
                <a:spcPct val="150000"/>
              </a:lnSpc>
            </a:pP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00109"/>
            <a:ext cx="9144000" cy="54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Fill in the blank with an article A, AN, THE if neccessary.</a:t>
            </a:r>
            <a:endParaRPr lang="vi-VN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0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 – SINGULAR AND PLURAL NOUNS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00109"/>
            <a:ext cx="9144000" cy="54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Change the following singular nouns into their plural forms</a:t>
            </a:r>
            <a:endParaRPr lang="vi-VN" b="1" i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940109"/>
            <a:ext cx="20955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dish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cooker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baby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an address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match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life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bird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nanny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an echo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940109"/>
            <a:ext cx="20574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brush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mouse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lady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bus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toy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wolf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video	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box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vi-VN" dirty="0"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vi-VN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tooth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2200" y="940109"/>
            <a:ext cx="19431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dishes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cookers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babies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addresses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matches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lives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birds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nannies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echoes</a:t>
            </a:r>
            <a:endParaRPr lang="vi-VN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34200" y="940109"/>
            <a:ext cx="16764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brushes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mice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ladies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buses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toys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wolves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videos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boxes</a:t>
            </a:r>
          </a:p>
          <a:p>
            <a:pPr>
              <a:lnSpc>
                <a:spcPct val="150000"/>
              </a:lnSpc>
            </a:pPr>
            <a:r>
              <a:rPr lang="vi-VN" dirty="0" smtClean="0">
                <a:solidFill>
                  <a:srgbClr val="0070C0"/>
                </a:solidFill>
              </a:rPr>
              <a:t>teeth</a:t>
            </a:r>
            <a:endParaRPr lang="vi-V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53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" grpId="0" animBg="1"/>
      <p:bldP spid="2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1.1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743199"/>
            <a:ext cx="7315200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 YOU		WANT A CAR?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YES, I		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WANT 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CAR.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NO, I DON’T	WANT 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CAR.</a:t>
            </a:r>
          </a:p>
          <a:p>
            <a:endParaRPr lang="en-US" b="1" dirty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FORMING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83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297549"/>
              </p:ext>
            </p:extLst>
          </p:nvPr>
        </p:nvGraphicFramePr>
        <p:xfrm>
          <a:off x="152400" y="533406"/>
          <a:ext cx="8839147" cy="61722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381751"/>
                <a:gridCol w="2539985"/>
                <a:gridCol w="2377426"/>
                <a:gridCol w="2539985"/>
              </a:tblGrid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car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house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eraser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ruler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Like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sports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movies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Hate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fish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pork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drum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piano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guitar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clothes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notebook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knife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jeans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gloves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shop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curtains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breakfast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dinner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baby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600" b="1" i="0" u="none" strike="noStrike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potatoes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bananas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Mend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skirts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trousers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Brush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teeth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hair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Comb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hair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10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NO HOMEWORK TODAY.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9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405</Words>
  <Application>Microsoft Office PowerPoint</Application>
  <PresentationFormat>On-screen Show (4:3)</PresentationFormat>
  <Paragraphs>253</Paragraphs>
  <Slides>10</Slides>
  <Notes>3</Notes>
  <HiddenSlides>0</HiddenSlides>
  <MMClips>1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Bitmap Image</vt:lpstr>
      <vt:lpstr>UNIT 11A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182</cp:revision>
  <dcterms:created xsi:type="dcterms:W3CDTF">2008-12-29T06:41:19Z</dcterms:created>
  <dcterms:modified xsi:type="dcterms:W3CDTF">2017-07-08T09:48:52Z</dcterms:modified>
</cp:coreProperties>
</file>