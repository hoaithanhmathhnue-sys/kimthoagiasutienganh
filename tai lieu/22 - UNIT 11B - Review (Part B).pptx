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4" r:id="rId2"/>
    <p:sldId id="271" r:id="rId3"/>
    <p:sldId id="272" r:id="rId4"/>
    <p:sldId id="277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965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6E55F-2298-44C2-A0D7-358109010C60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57E97-EC72-4493-8451-98DB90CF7D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37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8FEA0-BFC0-46B5-906B-B56F889353B9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08FEA0-BFC0-46B5-906B-B56F889353B9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70823-8DC4-4DED-BBEE-9F50AE7F5B24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8400" y="2504126"/>
            <a:ext cx="4267200" cy="1139826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6600" b="1" spc="5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UNIT 11B</a:t>
            </a:r>
            <a:endParaRPr lang="en-US" sz="6600" b="1" spc="50" dirty="0">
              <a:ln w="11430"/>
              <a:solidFill>
                <a:schemeClr val="accent6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643952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6000" b="1" smtClean="0">
                <a:ln>
                  <a:prstDash val="solid"/>
                </a:ln>
                <a:solidFill>
                  <a:srgbClr val="00B0F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REVIEW </a:t>
            </a:r>
          </a:p>
          <a:p>
            <a:pPr algn="ctr"/>
            <a:r>
              <a:rPr lang="en-US" sz="6000" b="1" smtClean="0">
                <a:ln>
                  <a:prstDash val="solid"/>
                </a:ln>
                <a:solidFill>
                  <a:srgbClr val="00B0F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PART </a:t>
            </a:r>
            <a:r>
              <a:rPr lang="en-US" sz="6000" b="1" dirty="0">
                <a:ln>
                  <a:prstDash val="solid"/>
                </a:ln>
                <a:solidFill>
                  <a:srgbClr val="00B0F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endParaRPr lang="en-US" sz="6000" b="1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0"/>
            <a:ext cx="2895600" cy="231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4845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600"/>
                            </p:stCondLst>
                            <p:childTnLst>
                              <p:par>
                                <p:cTn id="1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GRAMMAR – AVERBS OF FREQUENCY 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400110"/>
            <a:ext cx="9144000" cy="8785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i="1" dirty="0">
                <a:latin typeface="Tahoma" pitchFamily="34" charset="0"/>
                <a:ea typeface="Tahoma" pitchFamily="34" charset="0"/>
                <a:cs typeface="Tahoma" pitchFamily="34" charset="0"/>
              </a:rPr>
              <a:t>Adverbs of </a:t>
            </a:r>
            <a:r>
              <a:rPr lang="en-US" b="1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frequency usually </a:t>
            </a:r>
            <a:r>
              <a:rPr lang="en-US" b="1" i="1" dirty="0">
                <a:latin typeface="Tahoma" pitchFamily="34" charset="0"/>
                <a:ea typeface="Tahoma" pitchFamily="34" charset="0"/>
                <a:cs typeface="Tahoma" pitchFamily="34" charset="0"/>
              </a:rPr>
              <a:t>stand before verbs </a:t>
            </a:r>
            <a:r>
              <a:rPr lang="en-US" b="1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: </a:t>
            </a:r>
            <a:r>
              <a:rPr lang="en-US" b="1" i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always</a:t>
            </a:r>
            <a:r>
              <a:rPr lang="en-US" b="1" i="1" dirty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, usually, often, sometimes, seldom, </a:t>
            </a:r>
            <a:r>
              <a:rPr lang="en-US" b="1" i="1" dirty="0" smtClean="0"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never.</a:t>
            </a:r>
            <a:endParaRPr lang="vi-VN" b="1" i="1" dirty="0">
              <a:solidFill>
                <a:srgbClr val="0070C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524000"/>
            <a:ext cx="9144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Examples</a:t>
            </a:r>
          </a:p>
          <a:p>
            <a:pPr>
              <a:lnSpc>
                <a:spcPct val="150000"/>
              </a:lnSpc>
            </a:pPr>
            <a:endParaRPr lang="en-US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Do you play games in your free time?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Yes, I </a:t>
            </a:r>
            <a:r>
              <a:rPr lang="en-US" u="sng" dirty="0">
                <a:latin typeface="Tahoma" pitchFamily="34" charset="0"/>
                <a:ea typeface="Tahoma" pitchFamily="34" charset="0"/>
                <a:cs typeface="Tahoma" pitchFamily="34" charset="0"/>
              </a:rPr>
              <a:t>sometimes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play games in my free time.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No, I </a:t>
            </a:r>
            <a:r>
              <a:rPr lang="en-US" u="sng" dirty="0">
                <a:latin typeface="Tahoma" pitchFamily="34" charset="0"/>
                <a:ea typeface="Tahoma" pitchFamily="34" charset="0"/>
                <a:cs typeface="Tahoma" pitchFamily="34" charset="0"/>
              </a:rPr>
              <a:t>never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play games in my free time.</a:t>
            </a:r>
            <a:endParaRPr lang="vi-VN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lnSpc>
                <a:spcPct val="150000"/>
              </a:lnSpc>
            </a:pPr>
            <a:endParaRPr lang="en-US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Do you like to read books in your free time?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Yes, I 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always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read books in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my free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time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No, I 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seldom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read books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in my free time.</a:t>
            </a:r>
          </a:p>
          <a:p>
            <a:pPr>
              <a:lnSpc>
                <a:spcPct val="150000"/>
              </a:lnSpc>
            </a:pPr>
            <a:endParaRPr lang="en-US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482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2" grpId="0" animBg="1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QUESTION MODELS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400110"/>
            <a:ext cx="6172200" cy="1519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DO YOU … 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WHAT DO YOU …?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DO YOU NEED </a:t>
            </a:r>
            <a:r>
              <a:rPr lang="en-US" sz="1600" b="1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(WANT, LIKE, HAVE) </a:t>
            </a:r>
            <a:r>
              <a:rPr lang="en-US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TO …?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WHAT </a:t>
            </a:r>
            <a:r>
              <a:rPr lang="en-US" sz="1600" b="1" dirty="0">
                <a:latin typeface="Tahoma" pitchFamily="34" charset="0"/>
                <a:ea typeface="Tahoma" pitchFamily="34" charset="0"/>
                <a:cs typeface="Tahoma" pitchFamily="34" charset="0"/>
              </a:rPr>
              <a:t>DO YOU NEED </a:t>
            </a:r>
            <a:r>
              <a:rPr lang="en-US" sz="1600" b="1" i="1" dirty="0">
                <a:latin typeface="Tahoma" pitchFamily="34" charset="0"/>
                <a:ea typeface="Tahoma" pitchFamily="34" charset="0"/>
                <a:cs typeface="Tahoma" pitchFamily="34" charset="0"/>
              </a:rPr>
              <a:t>(WANT, LIKE, HAVE) </a:t>
            </a:r>
            <a:r>
              <a:rPr lang="en-US" sz="1600" b="1" dirty="0">
                <a:latin typeface="Tahoma" pitchFamily="34" charset="0"/>
                <a:ea typeface="Tahoma" pitchFamily="34" charset="0"/>
                <a:cs typeface="Tahoma" pitchFamily="34" charset="0"/>
              </a:rPr>
              <a:t>TO </a:t>
            </a:r>
            <a:r>
              <a:rPr lang="en-US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…?</a:t>
            </a:r>
            <a:endParaRPr lang="en-US" sz="16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954254"/>
              </p:ext>
            </p:extLst>
          </p:nvPr>
        </p:nvGraphicFramePr>
        <p:xfrm>
          <a:off x="4267200" y="2133600"/>
          <a:ext cx="4724400" cy="17526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524000"/>
                <a:gridCol w="3200400"/>
              </a:tblGrid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love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animals, flowers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have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watch, a bracelet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wash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coat</a:t>
                      </a:r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, </a:t>
                      </a:r>
                      <a:r>
                        <a:rPr lang="en-US" sz="1500" b="1" u="none" strike="noStrike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dress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clean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kitchen, the chair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carry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picture, a map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sweep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wall, the floor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918803"/>
              </p:ext>
            </p:extLst>
          </p:nvPr>
        </p:nvGraphicFramePr>
        <p:xfrm>
          <a:off x="152400" y="2133600"/>
          <a:ext cx="4038600" cy="17526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219200"/>
                <a:gridCol w="2819400"/>
              </a:tblGrid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iron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</a:t>
                      </a:r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T-shirts, </a:t>
                      </a:r>
                      <a:r>
                        <a:rPr lang="en-US" sz="1500" b="1" u="none" strike="noStrike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ties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open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box, the windows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close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book, a notebook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cook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rice, soup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feed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dog, the cat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peel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tomatoes, potatoes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350603"/>
              </p:ext>
            </p:extLst>
          </p:nvPr>
        </p:nvGraphicFramePr>
        <p:xfrm>
          <a:off x="152400" y="4038600"/>
          <a:ext cx="4038600" cy="11684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219200"/>
                <a:gridCol w="2819400"/>
              </a:tblGrid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smoke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cigarette, a cigar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cook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lunch</a:t>
                      </a:r>
                      <a:r>
                        <a:rPr lang="en-US" sz="16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, breakfast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put on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hat, a scarf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build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houses, bridges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699438"/>
              </p:ext>
            </p:extLst>
          </p:nvPr>
        </p:nvGraphicFramePr>
        <p:xfrm>
          <a:off x="4267200" y="4038600"/>
          <a:ext cx="4724400" cy="11684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521417"/>
                <a:gridCol w="3202983"/>
              </a:tblGrid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sign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letter, a contract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catch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bus, a taxi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unlock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gate, the suitcase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 smtClean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serve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coffee, tea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415109"/>
              </p:ext>
            </p:extLst>
          </p:nvPr>
        </p:nvGraphicFramePr>
        <p:xfrm>
          <a:off x="152400" y="5410200"/>
          <a:ext cx="4038600" cy="11684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219200"/>
                <a:gridCol w="2819400"/>
              </a:tblGrid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observe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stars, the moon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show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</a:t>
                      </a:r>
                      <a:r>
                        <a:rPr lang="en-US" sz="16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photos, the videos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conduct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music, a class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build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houses, bridges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918957"/>
              </p:ext>
            </p:extLst>
          </p:nvPr>
        </p:nvGraphicFramePr>
        <p:xfrm>
          <a:off x="4267200" y="5410200"/>
          <a:ext cx="4724400" cy="11684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524000"/>
                <a:gridCol w="3200400"/>
              </a:tblGrid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 smtClean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store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rice, meat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clean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</a:t>
                      </a:r>
                      <a:r>
                        <a:rPr lang="en-US" sz="1500" b="1" u="none" strike="noStrike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desk, </a:t>
                      </a:r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</a:t>
                      </a:r>
                      <a:r>
                        <a:rPr lang="en-US" sz="1500" b="1" u="none" strike="noStrike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TV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sign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contract, a letter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review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vowels, the consonants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8619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NO HOMEWORK TODAY.</a:t>
            </a:r>
            <a:endParaRPr lang="vi-V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699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</TotalTime>
  <Words>289</Words>
  <Application>Microsoft Office PowerPoint</Application>
  <PresentationFormat>On-screen Show (4:3)</PresentationFormat>
  <Paragraphs>79</Paragraphs>
  <Slides>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UNIT 11B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Mister Nice Guy</dc:creator>
  <cp:lastModifiedBy>TuanTran-PC</cp:lastModifiedBy>
  <cp:revision>182</cp:revision>
  <dcterms:created xsi:type="dcterms:W3CDTF">2008-12-29T06:41:19Z</dcterms:created>
  <dcterms:modified xsi:type="dcterms:W3CDTF">2017-07-08T10:43:58Z</dcterms:modified>
</cp:coreProperties>
</file>