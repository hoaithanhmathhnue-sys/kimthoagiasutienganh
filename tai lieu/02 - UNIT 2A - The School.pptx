
<file path=[Content_Types].xml><?xml version="1.0" encoding="utf-8"?>
<Types xmlns="http://schemas.openxmlformats.org/package/2006/content-types">
  <Default Extension="mp3" ContentType="audio/unknown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2" r:id="rId2"/>
    <p:sldId id="263" r:id="rId3"/>
    <p:sldId id="256" r:id="rId4"/>
    <p:sldId id="257" r:id="rId5"/>
    <p:sldId id="264" r:id="rId6"/>
    <p:sldId id="259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965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6E55F-2298-44C2-A0D7-358109010C6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57E97-EC72-4493-8451-98DB90CF7D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37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257E97-EC72-4493-8451-98DB90CF7D5D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13" Type="http://schemas.openxmlformats.org/officeDocument/2006/relationships/image" Target="../media/image10.jpeg"/><Relationship Id="rId18" Type="http://schemas.openxmlformats.org/officeDocument/2006/relationships/image" Target="../media/image15.jpeg"/><Relationship Id="rId26" Type="http://schemas.openxmlformats.org/officeDocument/2006/relationships/image" Target="../media/image23.jpe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18.jpeg"/><Relationship Id="rId7" Type="http://schemas.openxmlformats.org/officeDocument/2006/relationships/image" Target="../media/image4.jpeg"/><Relationship Id="rId12" Type="http://schemas.openxmlformats.org/officeDocument/2006/relationships/image" Target="../media/image9.jpeg"/><Relationship Id="rId17" Type="http://schemas.openxmlformats.org/officeDocument/2006/relationships/image" Target="../media/image14.jpeg"/><Relationship Id="rId25" Type="http://schemas.openxmlformats.org/officeDocument/2006/relationships/image" Target="../media/image22.png"/><Relationship Id="rId33" Type="http://schemas.openxmlformats.org/officeDocument/2006/relationships/image" Target="../media/image30.png"/><Relationship Id="rId2" Type="http://schemas.openxmlformats.org/officeDocument/2006/relationships/audio" Target="../media/media1.mp3"/><Relationship Id="rId16" Type="http://schemas.openxmlformats.org/officeDocument/2006/relationships/image" Target="../media/image13.jpeg"/><Relationship Id="rId20" Type="http://schemas.openxmlformats.org/officeDocument/2006/relationships/image" Target="../media/image17.jpeg"/><Relationship Id="rId29" Type="http://schemas.openxmlformats.org/officeDocument/2006/relationships/image" Target="../media/image26.jpeg"/><Relationship Id="rId1" Type="http://schemas.microsoft.com/office/2007/relationships/media" Target="../media/media1.mp3"/><Relationship Id="rId6" Type="http://schemas.openxmlformats.org/officeDocument/2006/relationships/image" Target="../media/image3.jpeg"/><Relationship Id="rId11" Type="http://schemas.openxmlformats.org/officeDocument/2006/relationships/image" Target="../media/image8.jpeg"/><Relationship Id="rId24" Type="http://schemas.openxmlformats.org/officeDocument/2006/relationships/image" Target="../media/image21.jpeg"/><Relationship Id="rId32" Type="http://schemas.openxmlformats.org/officeDocument/2006/relationships/image" Target="../media/image29.png"/><Relationship Id="rId5" Type="http://schemas.openxmlformats.org/officeDocument/2006/relationships/image" Target="../media/image2.wmf"/><Relationship Id="rId15" Type="http://schemas.openxmlformats.org/officeDocument/2006/relationships/image" Target="../media/image12.jpeg"/><Relationship Id="rId23" Type="http://schemas.openxmlformats.org/officeDocument/2006/relationships/image" Target="../media/image20.jpeg"/><Relationship Id="rId28" Type="http://schemas.openxmlformats.org/officeDocument/2006/relationships/image" Target="../media/image25.jpeg"/><Relationship Id="rId10" Type="http://schemas.openxmlformats.org/officeDocument/2006/relationships/image" Target="../media/image7.jpeg"/><Relationship Id="rId19" Type="http://schemas.openxmlformats.org/officeDocument/2006/relationships/image" Target="../media/image16.jpeg"/><Relationship Id="rId31" Type="http://schemas.openxmlformats.org/officeDocument/2006/relationships/image" Target="../media/image28.jpe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6.jpeg"/><Relationship Id="rId14" Type="http://schemas.openxmlformats.org/officeDocument/2006/relationships/image" Target="../media/image11.jpeg"/><Relationship Id="rId22" Type="http://schemas.openxmlformats.org/officeDocument/2006/relationships/image" Target="../media/image19.jpeg"/><Relationship Id="rId27" Type="http://schemas.openxmlformats.org/officeDocument/2006/relationships/image" Target="../media/image24.jpeg"/><Relationship Id="rId30" Type="http://schemas.openxmlformats.org/officeDocument/2006/relationships/image" Target="../media/image2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13" Type="http://schemas.openxmlformats.org/officeDocument/2006/relationships/image" Target="../media/image16.jpeg"/><Relationship Id="rId18" Type="http://schemas.openxmlformats.org/officeDocument/2006/relationships/image" Target="../media/image22.png"/><Relationship Id="rId26" Type="http://schemas.openxmlformats.org/officeDocument/2006/relationships/image" Target="../media/image8.jpeg"/><Relationship Id="rId3" Type="http://schemas.openxmlformats.org/officeDocument/2006/relationships/image" Target="../media/image3.jpeg"/><Relationship Id="rId21" Type="http://schemas.openxmlformats.org/officeDocument/2006/relationships/image" Target="../media/image25.jpeg"/><Relationship Id="rId7" Type="http://schemas.openxmlformats.org/officeDocument/2006/relationships/image" Target="../media/image7.jpeg"/><Relationship Id="rId12" Type="http://schemas.openxmlformats.org/officeDocument/2006/relationships/image" Target="../media/image14.jpeg"/><Relationship Id="rId17" Type="http://schemas.openxmlformats.org/officeDocument/2006/relationships/image" Target="../media/image32.jpeg"/><Relationship Id="rId25" Type="http://schemas.openxmlformats.org/officeDocument/2006/relationships/image" Target="../media/image19.jpeg"/><Relationship Id="rId2" Type="http://schemas.openxmlformats.org/officeDocument/2006/relationships/image" Target="../media/image2.wmf"/><Relationship Id="rId16" Type="http://schemas.openxmlformats.org/officeDocument/2006/relationships/image" Target="../media/image31.jpeg"/><Relationship Id="rId20" Type="http://schemas.openxmlformats.org/officeDocument/2006/relationships/image" Target="../media/image24.jpe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11" Type="http://schemas.openxmlformats.org/officeDocument/2006/relationships/image" Target="../media/image13.jpeg"/><Relationship Id="rId24" Type="http://schemas.openxmlformats.org/officeDocument/2006/relationships/image" Target="../media/image28.jpeg"/><Relationship Id="rId5" Type="http://schemas.openxmlformats.org/officeDocument/2006/relationships/image" Target="../media/image5.jpeg"/><Relationship Id="rId15" Type="http://schemas.openxmlformats.org/officeDocument/2006/relationships/image" Target="../media/image18.jpeg"/><Relationship Id="rId23" Type="http://schemas.openxmlformats.org/officeDocument/2006/relationships/image" Target="../media/image33.jpeg"/><Relationship Id="rId28" Type="http://schemas.openxmlformats.org/officeDocument/2006/relationships/image" Target="../media/image15.jpeg"/><Relationship Id="rId10" Type="http://schemas.openxmlformats.org/officeDocument/2006/relationships/image" Target="../media/image12.jpeg"/><Relationship Id="rId19" Type="http://schemas.openxmlformats.org/officeDocument/2006/relationships/image" Target="../media/image23.jpeg"/><Relationship Id="rId4" Type="http://schemas.openxmlformats.org/officeDocument/2006/relationships/image" Target="../media/image4.jpeg"/><Relationship Id="rId9" Type="http://schemas.openxmlformats.org/officeDocument/2006/relationships/image" Target="../media/image10.jpeg"/><Relationship Id="rId14" Type="http://schemas.openxmlformats.org/officeDocument/2006/relationships/image" Target="../media/image17.jpeg"/><Relationship Id="rId22" Type="http://schemas.openxmlformats.org/officeDocument/2006/relationships/image" Target="../media/image26.jpeg"/><Relationship Id="rId27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3.jpeg"/><Relationship Id="rId18" Type="http://schemas.openxmlformats.org/officeDocument/2006/relationships/image" Target="../media/image31.jpeg"/><Relationship Id="rId26" Type="http://schemas.openxmlformats.org/officeDocument/2006/relationships/image" Target="../media/image28.jpe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23.jpeg"/><Relationship Id="rId7" Type="http://schemas.openxmlformats.org/officeDocument/2006/relationships/image" Target="../media/image5.jpeg"/><Relationship Id="rId12" Type="http://schemas.openxmlformats.org/officeDocument/2006/relationships/image" Target="../media/image12.jpeg"/><Relationship Id="rId17" Type="http://schemas.openxmlformats.org/officeDocument/2006/relationships/image" Target="../media/image18.jpeg"/><Relationship Id="rId25" Type="http://schemas.openxmlformats.org/officeDocument/2006/relationships/image" Target="../media/image33.jpeg"/><Relationship Id="rId2" Type="http://schemas.openxmlformats.org/officeDocument/2006/relationships/audio" Target="../media/media1.mp3"/><Relationship Id="rId16" Type="http://schemas.openxmlformats.org/officeDocument/2006/relationships/image" Target="../media/image17.jpeg"/><Relationship Id="rId20" Type="http://schemas.openxmlformats.org/officeDocument/2006/relationships/image" Target="../media/image22.png"/><Relationship Id="rId29" Type="http://schemas.openxmlformats.org/officeDocument/2006/relationships/image" Target="../media/image11.jpeg"/><Relationship Id="rId1" Type="http://schemas.microsoft.com/office/2007/relationships/media" Target="../media/media1.mp3"/><Relationship Id="rId6" Type="http://schemas.openxmlformats.org/officeDocument/2006/relationships/image" Target="../media/image4.jpeg"/><Relationship Id="rId11" Type="http://schemas.openxmlformats.org/officeDocument/2006/relationships/image" Target="../media/image10.jpeg"/><Relationship Id="rId24" Type="http://schemas.openxmlformats.org/officeDocument/2006/relationships/image" Target="../media/image26.jpeg"/><Relationship Id="rId32" Type="http://schemas.openxmlformats.org/officeDocument/2006/relationships/image" Target="../media/image30.png"/><Relationship Id="rId5" Type="http://schemas.openxmlformats.org/officeDocument/2006/relationships/image" Target="../media/image3.jpeg"/><Relationship Id="rId15" Type="http://schemas.openxmlformats.org/officeDocument/2006/relationships/image" Target="../media/image16.jpeg"/><Relationship Id="rId23" Type="http://schemas.openxmlformats.org/officeDocument/2006/relationships/image" Target="../media/image25.jpeg"/><Relationship Id="rId28" Type="http://schemas.openxmlformats.org/officeDocument/2006/relationships/image" Target="../media/image8.jpeg"/><Relationship Id="rId10" Type="http://schemas.openxmlformats.org/officeDocument/2006/relationships/image" Target="../media/image9.jpeg"/><Relationship Id="rId19" Type="http://schemas.openxmlformats.org/officeDocument/2006/relationships/image" Target="../media/image32.jpeg"/><Relationship Id="rId31" Type="http://schemas.openxmlformats.org/officeDocument/2006/relationships/image" Target="../media/image29.png"/><Relationship Id="rId4" Type="http://schemas.openxmlformats.org/officeDocument/2006/relationships/image" Target="../media/image2.wmf"/><Relationship Id="rId9" Type="http://schemas.openxmlformats.org/officeDocument/2006/relationships/image" Target="../media/image7.jpeg"/><Relationship Id="rId14" Type="http://schemas.openxmlformats.org/officeDocument/2006/relationships/image" Target="../media/image14.jpeg"/><Relationship Id="rId22" Type="http://schemas.openxmlformats.org/officeDocument/2006/relationships/image" Target="../media/image24.jpeg"/><Relationship Id="rId27" Type="http://schemas.openxmlformats.org/officeDocument/2006/relationships/image" Target="../media/image19.jpeg"/><Relationship Id="rId30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8400" y="2504126"/>
            <a:ext cx="4267200" cy="1139826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6600" b="1" spc="50" dirty="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UNIT 2A</a:t>
            </a:r>
            <a:endParaRPr lang="en-US" sz="6600" b="1" spc="50" dirty="0">
              <a:ln w="11430"/>
              <a:solidFill>
                <a:schemeClr val="accent6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643952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6000" b="1" dirty="0" smtClean="0">
                <a:ln>
                  <a:prstDash val="solid"/>
                </a:ln>
                <a:solidFill>
                  <a:srgbClr val="00B0F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WHAT? </a:t>
            </a:r>
            <a:r>
              <a:rPr lang="en-US" sz="6000" b="1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THE </a:t>
            </a:r>
            <a:r>
              <a:rPr lang="en-US" sz="6000" b="1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SCHOOL</a:t>
            </a:r>
            <a:endParaRPr lang="en-US" sz="6000" b="1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03"/>
          <a:stretch/>
        </p:blipFill>
        <p:spPr>
          <a:xfrm>
            <a:off x="3124200" y="32534"/>
            <a:ext cx="2895600" cy="231350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PRONUNCIATION – CONFUSING VOWEL SOUNDS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13648" y="1141863"/>
            <a:ext cx="9144000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vi-VN" b="1" dirty="0" smtClean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e</a:t>
            </a:r>
            <a:r>
              <a:rPr lang="vi-VN" dirty="0" smtClean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</a:t>
            </a:r>
            <a:r>
              <a:rPr lang="vi-VN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vi-VN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vi-VN" b="1" dirty="0" smtClean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			æ</a:t>
            </a:r>
            <a:endParaRPr lang="vi-VN" dirty="0" smtClean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ten					tan</a:t>
            </a:r>
          </a:p>
          <a:p>
            <a:pPr>
              <a:lnSpc>
                <a:spcPct val="150000"/>
              </a:lnSpc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lend					land</a:t>
            </a:r>
          </a:p>
          <a:p>
            <a:pPr>
              <a:lnSpc>
                <a:spcPct val="150000"/>
              </a:lnSpc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head					had</a:t>
            </a:r>
          </a:p>
          <a:p>
            <a:pPr>
              <a:lnSpc>
                <a:spcPct val="150000"/>
              </a:lnSpc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net					nat</a:t>
            </a:r>
          </a:p>
          <a:p>
            <a:pPr>
              <a:lnSpc>
                <a:spcPct val="150000"/>
              </a:lnSpc>
            </a:pPr>
            <a:endParaRPr lang="vi-VN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1200150" lvl="2" indent="-285750">
              <a:lnSpc>
                <a:spcPct val="150000"/>
              </a:lnSpc>
              <a:buFont typeface="Symbol" pitchFamily="18" charset="2"/>
              <a:buChar char=""/>
            </a:pPr>
            <a:r>
              <a:rPr lang="vi-VN" b="1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Tad lent Nat ten tan nets.</a:t>
            </a:r>
          </a:p>
          <a:p>
            <a:pPr>
              <a:lnSpc>
                <a:spcPct val="150000"/>
              </a:lnSpc>
            </a:pP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			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516096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838200" y="536866"/>
            <a:ext cx="7925372" cy="6168734"/>
            <a:chOff x="930888" y="541535"/>
            <a:chExt cx="7925372" cy="6168734"/>
          </a:xfrm>
        </p:grpSpPr>
        <p:grpSp>
          <p:nvGrpSpPr>
            <p:cNvPr id="31" name="Group 30"/>
            <p:cNvGrpSpPr/>
            <p:nvPr/>
          </p:nvGrpSpPr>
          <p:grpSpPr>
            <a:xfrm>
              <a:off x="930888" y="541535"/>
              <a:ext cx="7925372" cy="6168734"/>
              <a:chOff x="1066800" y="290592"/>
              <a:chExt cx="7743825" cy="6323143"/>
            </a:xfrm>
          </p:grpSpPr>
          <p:pic>
            <p:nvPicPr>
              <p:cNvPr id="1045" name="Picture 21" descr="DOMES045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7335672" y="1219200"/>
                <a:ext cx="1474953" cy="790575"/>
              </a:xfrm>
              <a:prstGeom prst="rect">
                <a:avLst/>
              </a:prstGeom>
              <a:noFill/>
            </p:spPr>
          </p:pic>
          <p:pic>
            <p:nvPicPr>
              <p:cNvPr id="1028" name="Picture 4" descr="notebook_resize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1219200" y="5791200"/>
                <a:ext cx="1257300" cy="790575"/>
              </a:xfrm>
              <a:prstGeom prst="rect">
                <a:avLst/>
              </a:prstGeom>
              <a:noFill/>
            </p:spPr>
          </p:pic>
          <p:pic>
            <p:nvPicPr>
              <p:cNvPr id="1026" name="Picture 2" descr="telephone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5334000" y="5791200"/>
                <a:ext cx="1228725" cy="822535"/>
              </a:xfrm>
              <a:prstGeom prst="rect">
                <a:avLst/>
              </a:prstGeom>
              <a:noFill/>
            </p:spPr>
          </p:pic>
          <p:pic>
            <p:nvPicPr>
              <p:cNvPr id="1052" name="Picture 28" descr="pen3_resize"/>
              <p:cNvPicPr>
                <a:picLocks noChangeAspect="1"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1066800" y="381000"/>
                <a:ext cx="1371600" cy="666750"/>
              </a:xfrm>
              <a:prstGeom prst="rect">
                <a:avLst/>
              </a:prstGeom>
              <a:noFill/>
            </p:spPr>
          </p:pic>
          <p:pic>
            <p:nvPicPr>
              <p:cNvPr id="1050" name="Picture 26" descr="put down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5791200" y="290592"/>
                <a:ext cx="638175" cy="757157"/>
              </a:xfrm>
              <a:prstGeom prst="rect">
                <a:avLst/>
              </a:prstGeom>
              <a:noFill/>
            </p:spPr>
          </p:pic>
          <p:pic>
            <p:nvPicPr>
              <p:cNvPr id="1049" name="Picture 25" descr="tape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7483288" y="304800"/>
                <a:ext cx="1298762" cy="723900"/>
              </a:xfrm>
              <a:prstGeom prst="rect">
                <a:avLst/>
              </a:prstGeom>
              <a:noFill/>
            </p:spPr>
          </p:pic>
          <p:pic>
            <p:nvPicPr>
              <p:cNvPr id="1048" name="Picture 24" descr="pencil_resize"/>
              <p:cNvPicPr>
                <a:picLocks noChangeAspect="1" noChangeArrowheads="1"/>
              </p:cNvPicPr>
              <p:nvPr/>
            </p:nvPicPr>
            <p:blipFill>
              <a:blip r:embed="rId11"/>
              <a:srcRect/>
              <a:stretch>
                <a:fillRect/>
              </a:stretch>
            </p:blipFill>
            <p:spPr bwMode="auto">
              <a:xfrm>
                <a:off x="1143000" y="1295400"/>
                <a:ext cx="1257300" cy="609600"/>
              </a:xfrm>
              <a:prstGeom prst="rect">
                <a:avLst/>
              </a:prstGeom>
              <a:noFill/>
            </p:spPr>
          </p:pic>
          <p:pic>
            <p:nvPicPr>
              <p:cNvPr id="1047" name="Picture 23" descr="computer"/>
              <p:cNvPicPr>
                <a:picLocks noChangeAspect="1" noChangeArrowheads="1"/>
              </p:cNvPicPr>
              <p:nvPr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>
                <a:off x="3721100" y="1219200"/>
                <a:ext cx="822325" cy="704850"/>
              </a:xfrm>
              <a:prstGeom prst="rect">
                <a:avLst/>
              </a:prstGeom>
              <a:noFill/>
            </p:spPr>
          </p:pic>
          <p:pic>
            <p:nvPicPr>
              <p:cNvPr id="1046" name="Picture 22" descr="clock"/>
              <p:cNvPicPr>
                <a:picLocks noChangeAspect="1" noChangeArrowheads="1"/>
              </p:cNvPicPr>
              <p:nvPr/>
            </p:nvPicPr>
            <p:blipFill>
              <a:blip r:embed="rId13" cstate="print"/>
              <a:srcRect/>
              <a:stretch>
                <a:fillRect/>
              </a:stretch>
            </p:blipFill>
            <p:spPr bwMode="auto">
              <a:xfrm>
                <a:off x="5806328" y="1219200"/>
                <a:ext cx="670672" cy="723900"/>
              </a:xfrm>
              <a:prstGeom prst="rect">
                <a:avLst/>
              </a:prstGeom>
              <a:noFill/>
            </p:spPr>
          </p:pic>
          <p:pic>
            <p:nvPicPr>
              <p:cNvPr id="1044" name="Picture 20" descr="marker"/>
              <p:cNvPicPr>
                <a:picLocks noChangeAspect="1" noChangeArrowheads="1"/>
              </p:cNvPicPr>
              <p:nvPr/>
            </p:nvPicPr>
            <p:blipFill>
              <a:blip r:embed="rId14" cstate="print"/>
              <a:srcRect/>
              <a:stretch>
                <a:fillRect/>
              </a:stretch>
            </p:blipFill>
            <p:spPr bwMode="auto">
              <a:xfrm rot="-1860381">
                <a:off x="1515112" y="2262285"/>
                <a:ext cx="940310" cy="522164"/>
              </a:xfrm>
              <a:prstGeom prst="rect">
                <a:avLst/>
              </a:prstGeom>
              <a:noFill/>
            </p:spPr>
          </p:pic>
          <p:pic>
            <p:nvPicPr>
              <p:cNvPr id="1043" name="Picture 19" descr="table2"/>
              <p:cNvPicPr>
                <a:picLocks noChangeAspect="1" noChangeArrowheads="1"/>
              </p:cNvPicPr>
              <p:nvPr/>
            </p:nvPicPr>
            <p:blipFill>
              <a:blip r:embed="rId15" cstate="print"/>
              <a:srcRect/>
              <a:stretch>
                <a:fillRect/>
              </a:stretch>
            </p:blipFill>
            <p:spPr bwMode="auto">
              <a:xfrm>
                <a:off x="3429000" y="2133600"/>
                <a:ext cx="1152525" cy="724444"/>
              </a:xfrm>
              <a:prstGeom prst="rect">
                <a:avLst/>
              </a:prstGeom>
              <a:noFill/>
            </p:spPr>
          </p:pic>
          <p:pic>
            <p:nvPicPr>
              <p:cNvPr id="1042" name="Picture 18" descr="watch4"/>
              <p:cNvPicPr>
                <a:picLocks noChangeAspect="1" noChangeArrowheads="1"/>
              </p:cNvPicPr>
              <p:nvPr/>
            </p:nvPicPr>
            <p:blipFill>
              <a:blip r:embed="rId16" cstate="print"/>
              <a:srcRect/>
              <a:stretch>
                <a:fillRect/>
              </a:stretch>
            </p:blipFill>
            <p:spPr bwMode="auto">
              <a:xfrm>
                <a:off x="5894363" y="2133600"/>
                <a:ext cx="525487" cy="813254"/>
              </a:xfrm>
              <a:prstGeom prst="rect">
                <a:avLst/>
              </a:prstGeom>
              <a:noFill/>
            </p:spPr>
          </p:pic>
          <p:pic>
            <p:nvPicPr>
              <p:cNvPr id="1041" name="Picture 17" descr="radio_resize"/>
              <p:cNvPicPr>
                <a:picLocks noChangeAspect="1" noChangeArrowheads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7958919" y="2133600"/>
                <a:ext cx="727881" cy="762000"/>
              </a:xfrm>
              <a:prstGeom prst="rect">
                <a:avLst/>
              </a:prstGeom>
              <a:noFill/>
            </p:spPr>
          </p:pic>
          <p:pic>
            <p:nvPicPr>
              <p:cNvPr id="1040" name="Picture 16" descr="ruler2"/>
              <p:cNvPicPr>
                <a:picLocks noChangeAspect="1" noChangeArrowheads="1"/>
              </p:cNvPicPr>
              <p:nvPr/>
            </p:nvPicPr>
            <p:blipFill>
              <a:blip r:embed="rId18" cstate="print"/>
              <a:srcRect/>
              <a:stretch>
                <a:fillRect/>
              </a:stretch>
            </p:blipFill>
            <p:spPr bwMode="auto">
              <a:xfrm>
                <a:off x="1325394" y="3048000"/>
                <a:ext cx="1141581" cy="819150"/>
              </a:xfrm>
              <a:prstGeom prst="rect">
                <a:avLst/>
              </a:prstGeom>
              <a:noFill/>
            </p:spPr>
          </p:pic>
          <p:pic>
            <p:nvPicPr>
              <p:cNvPr id="1039" name="Picture 15" descr="chair"/>
              <p:cNvPicPr>
                <a:picLocks noChangeAspect="1" noChangeArrowheads="1"/>
              </p:cNvPicPr>
              <p:nvPr/>
            </p:nvPicPr>
            <p:blipFill>
              <a:blip r:embed="rId19" cstate="print"/>
              <a:srcRect/>
              <a:stretch>
                <a:fillRect/>
              </a:stretch>
            </p:blipFill>
            <p:spPr bwMode="auto">
              <a:xfrm>
                <a:off x="3886200" y="3048000"/>
                <a:ext cx="609600" cy="723900"/>
              </a:xfrm>
              <a:prstGeom prst="rect">
                <a:avLst/>
              </a:prstGeom>
              <a:noFill/>
            </p:spPr>
          </p:pic>
          <p:pic>
            <p:nvPicPr>
              <p:cNvPr id="1038" name="Picture 14" descr="picture"/>
              <p:cNvPicPr>
                <a:picLocks noChangeAspect="1" noChangeArrowheads="1"/>
              </p:cNvPicPr>
              <p:nvPr/>
            </p:nvPicPr>
            <p:blipFill>
              <a:blip r:embed="rId20" cstate="print"/>
              <a:srcRect l="50000" t="21507" b="8742"/>
              <a:stretch>
                <a:fillRect/>
              </a:stretch>
            </p:blipFill>
            <p:spPr bwMode="auto">
              <a:xfrm>
                <a:off x="5715000" y="3048000"/>
                <a:ext cx="800100" cy="723900"/>
              </a:xfrm>
              <a:prstGeom prst="rect">
                <a:avLst/>
              </a:prstGeom>
              <a:noFill/>
            </p:spPr>
          </p:pic>
          <p:pic>
            <p:nvPicPr>
              <p:cNvPr id="1037" name="Picture 13" descr="television"/>
              <p:cNvPicPr>
                <a:picLocks noChangeAspect="1" noChangeArrowheads="1"/>
              </p:cNvPicPr>
              <p:nvPr/>
            </p:nvPicPr>
            <p:blipFill>
              <a:blip r:embed="rId21" cstate="print"/>
              <a:srcRect/>
              <a:stretch>
                <a:fillRect/>
              </a:stretch>
            </p:blipFill>
            <p:spPr bwMode="auto">
              <a:xfrm>
                <a:off x="8001000" y="3048000"/>
                <a:ext cx="752475" cy="733425"/>
              </a:xfrm>
              <a:prstGeom prst="rect">
                <a:avLst/>
              </a:prstGeom>
              <a:noFill/>
            </p:spPr>
          </p:pic>
          <p:pic>
            <p:nvPicPr>
              <p:cNvPr id="1036" name="Picture 12" descr="010303_0679_0298_vuvv_resize"/>
              <p:cNvPicPr>
                <a:picLocks noChangeAspect="1" noChangeArrowheads="1"/>
              </p:cNvPicPr>
              <p:nvPr/>
            </p:nvPicPr>
            <p:blipFill>
              <a:blip r:embed="rId22"/>
              <a:srcRect/>
              <a:stretch>
                <a:fillRect/>
              </a:stretch>
            </p:blipFill>
            <p:spPr bwMode="auto">
              <a:xfrm>
                <a:off x="1534652" y="3990975"/>
                <a:ext cx="835946" cy="733425"/>
              </a:xfrm>
              <a:prstGeom prst="rect">
                <a:avLst/>
              </a:prstGeom>
              <a:noFill/>
            </p:spPr>
          </p:pic>
          <p:pic>
            <p:nvPicPr>
              <p:cNvPr id="1035" name="Picture 11" descr="shelf"/>
              <p:cNvPicPr>
                <a:picLocks noChangeAspect="1" noChangeArrowheads="1"/>
              </p:cNvPicPr>
              <p:nvPr/>
            </p:nvPicPr>
            <p:blipFill>
              <a:blip r:embed="rId23" cstate="print"/>
              <a:srcRect/>
              <a:stretch>
                <a:fillRect/>
              </a:stretch>
            </p:blipFill>
            <p:spPr bwMode="auto">
              <a:xfrm>
                <a:off x="3657601" y="3962399"/>
                <a:ext cx="890296" cy="772115"/>
              </a:xfrm>
              <a:prstGeom prst="rect">
                <a:avLst/>
              </a:prstGeom>
              <a:noFill/>
            </p:spPr>
          </p:pic>
          <p:pic>
            <p:nvPicPr>
              <p:cNvPr id="1034" name="Picture 10" descr="map2"/>
              <p:cNvPicPr>
                <a:picLocks noChangeAspect="1" noChangeArrowheads="1"/>
              </p:cNvPicPr>
              <p:nvPr/>
            </p:nvPicPr>
            <p:blipFill>
              <a:blip r:embed="rId24" cstate="print"/>
              <a:srcRect/>
              <a:stretch>
                <a:fillRect/>
              </a:stretch>
            </p:blipFill>
            <p:spPr bwMode="auto">
              <a:xfrm>
                <a:off x="5791200" y="3982199"/>
                <a:ext cx="695325" cy="742201"/>
              </a:xfrm>
              <a:prstGeom prst="rect">
                <a:avLst/>
              </a:prstGeom>
              <a:noFill/>
            </p:spPr>
          </p:pic>
          <p:pic>
            <p:nvPicPr>
              <p:cNvPr id="1033" name="Picture 9" descr="BULB2"/>
              <p:cNvPicPr>
                <a:picLocks noChangeAspect="1" noChangeArrowheads="1"/>
              </p:cNvPicPr>
              <p:nvPr/>
            </p:nvPicPr>
            <p:blipFill>
              <a:blip r:embed="rId25" cstate="print"/>
              <a:srcRect/>
              <a:stretch>
                <a:fillRect/>
              </a:stretch>
            </p:blipFill>
            <p:spPr bwMode="auto">
              <a:xfrm>
                <a:off x="8153400" y="3886200"/>
                <a:ext cx="514350" cy="885825"/>
              </a:xfrm>
              <a:prstGeom prst="rect">
                <a:avLst/>
              </a:prstGeom>
              <a:noFill/>
            </p:spPr>
          </p:pic>
          <p:pic>
            <p:nvPicPr>
              <p:cNvPr id="1032" name="Picture 8" descr="book"/>
              <p:cNvPicPr>
                <a:picLocks noChangeAspect="1" noChangeArrowheads="1"/>
              </p:cNvPicPr>
              <p:nvPr/>
            </p:nvPicPr>
            <p:blipFill>
              <a:blip r:embed="rId26" cstate="print"/>
              <a:srcRect/>
              <a:stretch>
                <a:fillRect/>
              </a:stretch>
            </p:blipFill>
            <p:spPr bwMode="auto">
              <a:xfrm>
                <a:off x="1447800" y="4876800"/>
                <a:ext cx="1028700" cy="819150"/>
              </a:xfrm>
              <a:prstGeom prst="rect">
                <a:avLst/>
              </a:prstGeom>
              <a:noFill/>
            </p:spPr>
          </p:pic>
          <p:pic>
            <p:nvPicPr>
              <p:cNvPr id="1031" name="Picture 7" descr="desk"/>
              <p:cNvPicPr>
                <a:picLocks noChangeAspect="1" noChangeArrowheads="1"/>
              </p:cNvPicPr>
              <p:nvPr/>
            </p:nvPicPr>
            <p:blipFill>
              <a:blip r:embed="rId27" cstate="print"/>
              <a:srcRect/>
              <a:stretch>
                <a:fillRect/>
              </a:stretch>
            </p:blipFill>
            <p:spPr bwMode="auto">
              <a:xfrm>
                <a:off x="3657600" y="4829175"/>
                <a:ext cx="838200" cy="809625"/>
              </a:xfrm>
              <a:prstGeom prst="rect">
                <a:avLst/>
              </a:prstGeom>
              <a:noFill/>
            </p:spPr>
          </p:pic>
          <p:pic>
            <p:nvPicPr>
              <p:cNvPr id="1030" name="Picture 6" descr="VENTILTR_resize"/>
              <p:cNvPicPr>
                <a:picLocks noChangeAspect="1" noChangeArrowheads="1"/>
              </p:cNvPicPr>
              <p:nvPr/>
            </p:nvPicPr>
            <p:blipFill>
              <a:blip r:embed="rId28"/>
              <a:srcRect/>
              <a:stretch>
                <a:fillRect/>
              </a:stretch>
            </p:blipFill>
            <p:spPr bwMode="auto">
              <a:xfrm>
                <a:off x="5638800" y="4876800"/>
                <a:ext cx="809625" cy="830654"/>
              </a:xfrm>
              <a:prstGeom prst="rect">
                <a:avLst/>
              </a:prstGeom>
              <a:noFill/>
            </p:spPr>
          </p:pic>
          <p:pic>
            <p:nvPicPr>
              <p:cNvPr id="1029" name="Picture 5" descr="ball"/>
              <p:cNvPicPr>
                <a:picLocks noChangeAspect="1" noChangeArrowheads="1"/>
              </p:cNvPicPr>
              <p:nvPr/>
            </p:nvPicPr>
            <p:blipFill>
              <a:blip r:embed="rId29" cstate="print"/>
              <a:srcRect/>
              <a:stretch>
                <a:fillRect/>
              </a:stretch>
            </p:blipFill>
            <p:spPr bwMode="auto">
              <a:xfrm>
                <a:off x="7848600" y="4876800"/>
                <a:ext cx="952500" cy="800100"/>
              </a:xfrm>
              <a:prstGeom prst="rect">
                <a:avLst/>
              </a:prstGeom>
              <a:noFill/>
            </p:spPr>
          </p:pic>
          <p:pic>
            <p:nvPicPr>
              <p:cNvPr id="1027" name="Picture 3" descr="board2"/>
              <p:cNvPicPr>
                <a:picLocks noChangeAspect="1" noChangeArrowheads="1"/>
              </p:cNvPicPr>
              <p:nvPr/>
            </p:nvPicPr>
            <p:blipFill>
              <a:blip r:embed="rId30" cstate="print"/>
              <a:srcRect/>
              <a:stretch>
                <a:fillRect/>
              </a:stretch>
            </p:blipFill>
            <p:spPr bwMode="auto">
              <a:xfrm>
                <a:off x="3581401" y="5867400"/>
                <a:ext cx="956734" cy="685800"/>
              </a:xfrm>
              <a:prstGeom prst="rect">
                <a:avLst/>
              </a:prstGeom>
              <a:noFill/>
            </p:spPr>
          </p:pic>
          <p:pic>
            <p:nvPicPr>
              <p:cNvPr id="1025" name="Picture 1" descr="WALLPPR_resize"/>
              <p:cNvPicPr>
                <a:picLocks noChangeAspect="1" noChangeArrowheads="1"/>
              </p:cNvPicPr>
              <p:nvPr/>
            </p:nvPicPr>
            <p:blipFill>
              <a:blip r:embed="rId31"/>
              <a:srcRect/>
              <a:stretch>
                <a:fillRect/>
              </a:stretch>
            </p:blipFill>
            <p:spPr bwMode="auto">
              <a:xfrm>
                <a:off x="7848600" y="5791200"/>
                <a:ext cx="952500" cy="771525"/>
              </a:xfrm>
              <a:prstGeom prst="rect">
                <a:avLst/>
              </a:prstGeom>
              <a:noFill/>
            </p:spPr>
          </p:pic>
        </p:grp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5441" y="560328"/>
              <a:ext cx="698752" cy="696358"/>
            </a:xfrm>
            <a:prstGeom prst="rect">
              <a:avLst/>
            </a:prstGeom>
          </p:spPr>
        </p:pic>
      </p:grp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686752"/>
              </p:ext>
            </p:extLst>
          </p:nvPr>
        </p:nvGraphicFramePr>
        <p:xfrm>
          <a:off x="180130" y="431730"/>
          <a:ext cx="8783739" cy="6400800"/>
        </p:xfrm>
        <a:graphic>
          <a:graphicData uri="http://schemas.openxmlformats.org/drawingml/2006/table">
            <a:tbl>
              <a:tblPr/>
              <a:tblGrid>
                <a:gridCol w="2206612"/>
                <a:gridCol w="2109262"/>
                <a:gridCol w="1947012"/>
                <a:gridCol w="2520853"/>
              </a:tblGrid>
              <a:tr h="914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PEN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HOLE PUNCH</a:t>
                      </a: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BOX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TAPE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PENCIL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COMPUTER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CLOCK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RECORDER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MARKER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TABLE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WATCH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RADIO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RULER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CHAIR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PICTURE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TELEVISION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ERASER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SHELF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MAP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LIGHT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BOOK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DESK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FAN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BALL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NOTE BOOK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BOARD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TELEPHONE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</a:t>
                      </a:r>
                      <a:r>
                        <a:rPr lang="en-US" sz="1200" b="1" baseline="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WALL</a:t>
                      </a: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– NOUNS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6" name="QR01(Unit 2A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33"/>
          <a:stretch>
            <a:fillRect/>
          </a:stretch>
        </p:blipFill>
        <p:spPr>
          <a:xfrm>
            <a:off x="4267200" y="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11073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435383"/>
              </p:ext>
            </p:extLst>
          </p:nvPr>
        </p:nvGraphicFramePr>
        <p:xfrm>
          <a:off x="457200" y="566577"/>
          <a:ext cx="8305800" cy="6116187"/>
        </p:xfrm>
        <a:graphic>
          <a:graphicData uri="http://schemas.openxmlformats.org/drawingml/2006/table">
            <a:tbl>
              <a:tblPr/>
              <a:tblGrid>
                <a:gridCol w="2147506"/>
                <a:gridCol w="2052764"/>
                <a:gridCol w="1894860"/>
                <a:gridCol w="2210670"/>
              </a:tblGrid>
              <a:tr h="873741">
                <a:tc>
                  <a:txBody>
                    <a:bodyPr/>
                    <a:lstStyle/>
                    <a:p>
                      <a:pPr lvl="0" algn="l"/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741"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741"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741"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741"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741"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741"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- PICTURES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914401" y="644617"/>
            <a:ext cx="7391400" cy="5969118"/>
            <a:chOff x="685801" y="644617"/>
            <a:chExt cx="7391400" cy="5969118"/>
          </a:xfrm>
        </p:grpSpPr>
        <p:grpSp>
          <p:nvGrpSpPr>
            <p:cNvPr id="31" name="Group 30"/>
            <p:cNvGrpSpPr/>
            <p:nvPr/>
          </p:nvGrpSpPr>
          <p:grpSpPr>
            <a:xfrm>
              <a:off x="685801" y="714375"/>
              <a:ext cx="7391400" cy="5899360"/>
              <a:chOff x="685800" y="290592"/>
              <a:chExt cx="7651937" cy="6323143"/>
            </a:xfrm>
          </p:grpSpPr>
          <p:pic>
            <p:nvPicPr>
              <p:cNvPr id="1045" name="Picture 21" descr="DOMES045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6862784" y="1219200"/>
                <a:ext cx="1474953" cy="790575"/>
              </a:xfrm>
              <a:prstGeom prst="rect">
                <a:avLst/>
              </a:prstGeom>
              <a:noFill/>
            </p:spPr>
          </p:pic>
          <p:pic>
            <p:nvPicPr>
              <p:cNvPr id="1028" name="Picture 4" descr="notebook_resize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894077" y="5791200"/>
                <a:ext cx="1257300" cy="790575"/>
              </a:xfrm>
              <a:prstGeom prst="rect">
                <a:avLst/>
              </a:prstGeom>
              <a:noFill/>
            </p:spPr>
          </p:pic>
          <p:pic>
            <p:nvPicPr>
              <p:cNvPr id="1026" name="Picture 2" descr="telephone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4943475" y="5791200"/>
                <a:ext cx="1228725" cy="822535"/>
              </a:xfrm>
              <a:prstGeom prst="rect">
                <a:avLst/>
              </a:prstGeom>
              <a:noFill/>
            </p:spPr>
          </p:pic>
          <p:pic>
            <p:nvPicPr>
              <p:cNvPr id="1052" name="Picture 28" descr="pen3_resize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685800" y="381000"/>
                <a:ext cx="1371600" cy="666750"/>
              </a:xfrm>
              <a:prstGeom prst="rect">
                <a:avLst/>
              </a:prstGeom>
              <a:noFill/>
            </p:spPr>
          </p:pic>
          <p:pic>
            <p:nvPicPr>
              <p:cNvPr id="1050" name="Picture 26" descr="put down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5318312" y="290592"/>
                <a:ext cx="638175" cy="757157"/>
              </a:xfrm>
              <a:prstGeom prst="rect">
                <a:avLst/>
              </a:prstGeom>
              <a:noFill/>
            </p:spPr>
          </p:pic>
          <p:pic>
            <p:nvPicPr>
              <p:cNvPr id="1049" name="Picture 25" descr="tape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7010400" y="304800"/>
                <a:ext cx="1298762" cy="723900"/>
              </a:xfrm>
              <a:prstGeom prst="rect">
                <a:avLst/>
              </a:prstGeom>
              <a:noFill/>
            </p:spPr>
          </p:pic>
          <p:pic>
            <p:nvPicPr>
              <p:cNvPr id="1047" name="Picture 23" descr="computer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3170238" y="1276350"/>
                <a:ext cx="822325" cy="704850"/>
              </a:xfrm>
              <a:prstGeom prst="rect">
                <a:avLst/>
              </a:prstGeom>
              <a:noFill/>
            </p:spPr>
          </p:pic>
          <p:pic>
            <p:nvPicPr>
              <p:cNvPr id="1046" name="Picture 22" descr="clock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5333440" y="1219200"/>
                <a:ext cx="670672" cy="723900"/>
              </a:xfrm>
              <a:prstGeom prst="rect">
                <a:avLst/>
              </a:prstGeom>
              <a:noFill/>
            </p:spPr>
          </p:pic>
          <p:pic>
            <p:nvPicPr>
              <p:cNvPr id="1043" name="Picture 19" descr="table2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3005138" y="2133600"/>
                <a:ext cx="1152525" cy="724444"/>
              </a:xfrm>
              <a:prstGeom prst="rect">
                <a:avLst/>
              </a:prstGeom>
              <a:noFill/>
            </p:spPr>
          </p:pic>
          <p:pic>
            <p:nvPicPr>
              <p:cNvPr id="1042" name="Picture 18" descr="watch4"/>
              <p:cNvPicPr>
                <a:picLocks noChangeAspect="1" noChangeArrowheads="1"/>
              </p:cNvPicPr>
              <p:nvPr/>
            </p:nvPicPr>
            <p:blipFill>
              <a:blip r:embed="rId11" cstate="print"/>
              <a:srcRect/>
              <a:stretch>
                <a:fillRect/>
              </a:stretch>
            </p:blipFill>
            <p:spPr bwMode="auto">
              <a:xfrm>
                <a:off x="5421475" y="2133600"/>
                <a:ext cx="525487" cy="813254"/>
              </a:xfrm>
              <a:prstGeom prst="rect">
                <a:avLst/>
              </a:prstGeom>
              <a:noFill/>
            </p:spPr>
          </p:pic>
          <p:pic>
            <p:nvPicPr>
              <p:cNvPr id="1041" name="Picture 17" descr="radio_resize"/>
              <p:cNvPicPr>
                <a:picLocks noChangeAspect="1" noChangeArrowheads="1"/>
              </p:cNvPicPr>
              <p:nvPr/>
            </p:nvPicPr>
            <p:blipFill>
              <a:blip r:embed="rId12"/>
              <a:srcRect/>
              <a:stretch>
                <a:fillRect/>
              </a:stretch>
            </p:blipFill>
            <p:spPr bwMode="auto">
              <a:xfrm>
                <a:off x="7486031" y="2133600"/>
                <a:ext cx="727881" cy="762000"/>
              </a:xfrm>
              <a:prstGeom prst="rect">
                <a:avLst/>
              </a:prstGeom>
              <a:noFill/>
            </p:spPr>
          </p:pic>
          <p:pic>
            <p:nvPicPr>
              <p:cNvPr id="1039" name="Picture 15" descr="chair"/>
              <p:cNvPicPr>
                <a:picLocks noChangeAspect="1" noChangeArrowheads="1"/>
              </p:cNvPicPr>
              <p:nvPr/>
            </p:nvPicPr>
            <p:blipFill>
              <a:blip r:embed="rId13" cstate="print"/>
              <a:srcRect/>
              <a:stretch>
                <a:fillRect/>
              </a:stretch>
            </p:blipFill>
            <p:spPr bwMode="auto">
              <a:xfrm>
                <a:off x="3276600" y="3086100"/>
                <a:ext cx="609600" cy="723900"/>
              </a:xfrm>
              <a:prstGeom prst="rect">
                <a:avLst/>
              </a:prstGeom>
              <a:noFill/>
            </p:spPr>
          </p:pic>
          <p:pic>
            <p:nvPicPr>
              <p:cNvPr id="1038" name="Picture 14" descr="picture"/>
              <p:cNvPicPr>
                <a:picLocks noChangeAspect="1" noChangeArrowheads="1"/>
              </p:cNvPicPr>
              <p:nvPr/>
            </p:nvPicPr>
            <p:blipFill>
              <a:blip r:embed="rId14" cstate="print"/>
              <a:srcRect l="50000" t="21507" b="8742"/>
              <a:stretch>
                <a:fillRect/>
              </a:stretch>
            </p:blipFill>
            <p:spPr bwMode="auto">
              <a:xfrm>
                <a:off x="5242112" y="3048000"/>
                <a:ext cx="800100" cy="723900"/>
              </a:xfrm>
              <a:prstGeom prst="rect">
                <a:avLst/>
              </a:prstGeom>
              <a:noFill/>
            </p:spPr>
          </p:pic>
          <p:pic>
            <p:nvPicPr>
              <p:cNvPr id="1037" name="Picture 13" descr="television"/>
              <p:cNvPicPr>
                <a:picLocks noChangeAspect="1" noChangeArrowheads="1"/>
              </p:cNvPicPr>
              <p:nvPr/>
            </p:nvPicPr>
            <p:blipFill>
              <a:blip r:embed="rId15" cstate="print"/>
              <a:srcRect/>
              <a:stretch>
                <a:fillRect/>
              </a:stretch>
            </p:blipFill>
            <p:spPr bwMode="auto">
              <a:xfrm>
                <a:off x="7528112" y="3048000"/>
                <a:ext cx="752475" cy="733425"/>
              </a:xfrm>
              <a:prstGeom prst="rect">
                <a:avLst/>
              </a:prstGeom>
              <a:noFill/>
            </p:spPr>
          </p:pic>
          <p:pic>
            <p:nvPicPr>
              <p:cNvPr id="1035" name="Picture 11" descr="shelf"/>
              <p:cNvPicPr>
                <a:picLocks noChangeAspect="1" noChangeArrowheads="1"/>
              </p:cNvPicPr>
              <p:nvPr/>
            </p:nvPicPr>
            <p:blipFill>
              <a:blip r:embed="rId16" cstate="print"/>
              <a:srcRect/>
              <a:stretch>
                <a:fillRect/>
              </a:stretch>
            </p:blipFill>
            <p:spPr bwMode="auto">
              <a:xfrm>
                <a:off x="3081339" y="3962400"/>
                <a:ext cx="881062" cy="764107"/>
              </a:xfrm>
              <a:prstGeom prst="rect">
                <a:avLst/>
              </a:prstGeom>
              <a:noFill/>
            </p:spPr>
          </p:pic>
          <p:pic>
            <p:nvPicPr>
              <p:cNvPr id="1034" name="Picture 10" descr="map2"/>
              <p:cNvPicPr>
                <a:picLocks noChangeAspect="1" noChangeArrowheads="1"/>
              </p:cNvPicPr>
              <p:nvPr/>
            </p:nvPicPr>
            <p:blipFill>
              <a:blip r:embed="rId17" cstate="print"/>
              <a:srcRect/>
              <a:stretch>
                <a:fillRect/>
              </a:stretch>
            </p:blipFill>
            <p:spPr bwMode="auto">
              <a:xfrm>
                <a:off x="5257800" y="3984282"/>
                <a:ext cx="755837" cy="806793"/>
              </a:xfrm>
              <a:prstGeom prst="rect">
                <a:avLst/>
              </a:prstGeom>
              <a:noFill/>
            </p:spPr>
          </p:pic>
          <p:pic>
            <p:nvPicPr>
              <p:cNvPr id="1033" name="Picture 9" descr="BULB2"/>
              <p:cNvPicPr>
                <a:picLocks noChangeAspect="1" noChangeArrowheads="1"/>
              </p:cNvPicPr>
              <p:nvPr/>
            </p:nvPicPr>
            <p:blipFill>
              <a:blip r:embed="rId18" cstate="print"/>
              <a:srcRect/>
              <a:stretch>
                <a:fillRect/>
              </a:stretch>
            </p:blipFill>
            <p:spPr bwMode="auto">
              <a:xfrm>
                <a:off x="7680512" y="3886200"/>
                <a:ext cx="514350" cy="885825"/>
              </a:xfrm>
              <a:prstGeom prst="rect">
                <a:avLst/>
              </a:prstGeom>
              <a:noFill/>
            </p:spPr>
          </p:pic>
          <p:pic>
            <p:nvPicPr>
              <p:cNvPr id="1032" name="Picture 8" descr="book"/>
              <p:cNvPicPr>
                <a:picLocks noChangeAspect="1" noChangeArrowheads="1"/>
              </p:cNvPicPr>
              <p:nvPr/>
            </p:nvPicPr>
            <p:blipFill>
              <a:blip r:embed="rId19" cstate="print"/>
              <a:srcRect/>
              <a:stretch>
                <a:fillRect/>
              </a:stretch>
            </p:blipFill>
            <p:spPr bwMode="auto">
              <a:xfrm>
                <a:off x="1008377" y="4876800"/>
                <a:ext cx="1028700" cy="819150"/>
              </a:xfrm>
              <a:prstGeom prst="rect">
                <a:avLst/>
              </a:prstGeom>
              <a:noFill/>
            </p:spPr>
          </p:pic>
          <p:pic>
            <p:nvPicPr>
              <p:cNvPr id="1031" name="Picture 7" descr="desk"/>
              <p:cNvPicPr>
                <a:picLocks noChangeAspect="1" noChangeArrowheads="1"/>
              </p:cNvPicPr>
              <p:nvPr/>
            </p:nvPicPr>
            <p:blipFill>
              <a:blip r:embed="rId20" cstate="print"/>
              <a:srcRect/>
              <a:stretch>
                <a:fillRect/>
              </a:stretch>
            </p:blipFill>
            <p:spPr bwMode="auto">
              <a:xfrm>
                <a:off x="3162300" y="4876800"/>
                <a:ext cx="838200" cy="809625"/>
              </a:xfrm>
              <a:prstGeom prst="rect">
                <a:avLst/>
              </a:prstGeom>
              <a:noFill/>
            </p:spPr>
          </p:pic>
          <p:pic>
            <p:nvPicPr>
              <p:cNvPr id="1030" name="Picture 6" descr="VENTILTR_resize"/>
              <p:cNvPicPr>
                <a:picLocks noChangeAspect="1" noChangeArrowheads="1"/>
              </p:cNvPicPr>
              <p:nvPr/>
            </p:nvPicPr>
            <p:blipFill>
              <a:blip r:embed="rId21"/>
              <a:srcRect/>
              <a:stretch>
                <a:fillRect/>
              </a:stretch>
            </p:blipFill>
            <p:spPr bwMode="auto">
              <a:xfrm>
                <a:off x="5165912" y="4876800"/>
                <a:ext cx="809625" cy="830654"/>
              </a:xfrm>
              <a:prstGeom prst="rect">
                <a:avLst/>
              </a:prstGeom>
              <a:noFill/>
            </p:spPr>
          </p:pic>
          <p:pic>
            <p:nvPicPr>
              <p:cNvPr id="1029" name="Picture 5" descr="ball"/>
              <p:cNvPicPr>
                <a:picLocks noChangeAspect="1" noChangeArrowheads="1"/>
              </p:cNvPicPr>
              <p:nvPr/>
            </p:nvPicPr>
            <p:blipFill>
              <a:blip r:embed="rId22" cstate="print"/>
              <a:srcRect/>
              <a:stretch>
                <a:fillRect/>
              </a:stretch>
            </p:blipFill>
            <p:spPr bwMode="auto">
              <a:xfrm>
                <a:off x="7375712" y="4876800"/>
                <a:ext cx="952500" cy="800100"/>
              </a:xfrm>
              <a:prstGeom prst="rect">
                <a:avLst/>
              </a:prstGeom>
              <a:noFill/>
            </p:spPr>
          </p:pic>
          <p:pic>
            <p:nvPicPr>
              <p:cNvPr id="1027" name="Picture 3" descr="board2"/>
              <p:cNvPicPr>
                <a:picLocks noChangeAspect="1" noChangeArrowheads="1"/>
              </p:cNvPicPr>
              <p:nvPr/>
            </p:nvPicPr>
            <p:blipFill>
              <a:blip r:embed="rId23" cstate="print"/>
              <a:srcRect/>
              <a:stretch>
                <a:fillRect/>
              </a:stretch>
            </p:blipFill>
            <p:spPr bwMode="auto">
              <a:xfrm>
                <a:off x="3043238" y="5791200"/>
                <a:ext cx="1076325" cy="771525"/>
              </a:xfrm>
              <a:prstGeom prst="rect">
                <a:avLst/>
              </a:prstGeom>
              <a:noFill/>
            </p:spPr>
          </p:pic>
          <p:pic>
            <p:nvPicPr>
              <p:cNvPr id="1025" name="Picture 1" descr="WALLPPR_resize"/>
              <p:cNvPicPr>
                <a:picLocks noChangeAspect="1" noChangeArrowheads="1"/>
              </p:cNvPicPr>
              <p:nvPr/>
            </p:nvPicPr>
            <p:blipFill>
              <a:blip r:embed="rId24"/>
              <a:srcRect/>
              <a:stretch>
                <a:fillRect/>
              </a:stretch>
            </p:blipFill>
            <p:spPr bwMode="auto">
              <a:xfrm>
                <a:off x="7375712" y="5791200"/>
                <a:ext cx="952500" cy="771525"/>
              </a:xfrm>
              <a:prstGeom prst="rect">
                <a:avLst/>
              </a:prstGeom>
              <a:noFill/>
            </p:spPr>
          </p:pic>
          <p:pic>
            <p:nvPicPr>
              <p:cNvPr id="35" name="Picture 12" descr="010303_0679_0298_vuvv_resize"/>
              <p:cNvPicPr>
                <a:picLocks noChangeAspect="1" noChangeArrowheads="1"/>
              </p:cNvPicPr>
              <p:nvPr/>
            </p:nvPicPr>
            <p:blipFill>
              <a:blip r:embed="rId25"/>
              <a:srcRect/>
              <a:stretch>
                <a:fillRect/>
              </a:stretch>
            </p:blipFill>
            <p:spPr bwMode="auto">
              <a:xfrm>
                <a:off x="1104754" y="4038600"/>
                <a:ext cx="835946" cy="733425"/>
              </a:xfrm>
              <a:prstGeom prst="rect">
                <a:avLst/>
              </a:prstGeom>
              <a:noFill/>
            </p:spPr>
          </p:pic>
          <p:pic>
            <p:nvPicPr>
              <p:cNvPr id="37" name="Picture 24" descr="pencil_resize"/>
              <p:cNvPicPr>
                <a:picLocks noChangeAspect="1" noChangeArrowheads="1"/>
              </p:cNvPicPr>
              <p:nvPr/>
            </p:nvPicPr>
            <p:blipFill>
              <a:blip r:embed="rId26"/>
              <a:srcRect/>
              <a:stretch>
                <a:fillRect/>
              </a:stretch>
            </p:blipFill>
            <p:spPr bwMode="auto">
              <a:xfrm>
                <a:off x="894077" y="1266825"/>
                <a:ext cx="1257300" cy="609600"/>
              </a:xfrm>
              <a:prstGeom prst="rect">
                <a:avLst/>
              </a:prstGeom>
              <a:noFill/>
            </p:spPr>
          </p:pic>
          <p:pic>
            <p:nvPicPr>
              <p:cNvPr id="38" name="Picture 20" descr="marker"/>
              <p:cNvPicPr>
                <a:picLocks noChangeAspect="1" noChangeArrowheads="1"/>
              </p:cNvPicPr>
              <p:nvPr/>
            </p:nvPicPr>
            <p:blipFill>
              <a:blip r:embed="rId27" cstate="print"/>
              <a:srcRect/>
              <a:stretch>
                <a:fillRect/>
              </a:stretch>
            </p:blipFill>
            <p:spPr bwMode="auto">
              <a:xfrm rot="-1860381">
                <a:off x="1052572" y="2233710"/>
                <a:ext cx="940310" cy="522164"/>
              </a:xfrm>
              <a:prstGeom prst="rect">
                <a:avLst/>
              </a:prstGeom>
              <a:noFill/>
            </p:spPr>
          </p:pic>
          <p:pic>
            <p:nvPicPr>
              <p:cNvPr id="39" name="Picture 16" descr="ruler2"/>
              <p:cNvPicPr>
                <a:picLocks noChangeAspect="1" noChangeArrowheads="1"/>
              </p:cNvPicPr>
              <p:nvPr/>
            </p:nvPicPr>
            <p:blipFill>
              <a:blip r:embed="rId28" cstate="print"/>
              <a:srcRect/>
              <a:stretch>
                <a:fillRect/>
              </a:stretch>
            </p:blipFill>
            <p:spPr bwMode="auto">
              <a:xfrm>
                <a:off x="951937" y="3019425"/>
                <a:ext cx="1141581" cy="819150"/>
              </a:xfrm>
              <a:prstGeom prst="rect">
                <a:avLst/>
              </a:prstGeom>
              <a:noFill/>
            </p:spPr>
          </p:pic>
        </p:grpSp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4804" y="644617"/>
              <a:ext cx="761004" cy="75839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347224"/>
              </p:ext>
            </p:extLst>
          </p:nvPr>
        </p:nvGraphicFramePr>
        <p:xfrm>
          <a:off x="457200" y="566577"/>
          <a:ext cx="8305800" cy="6116187"/>
        </p:xfrm>
        <a:graphic>
          <a:graphicData uri="http://schemas.openxmlformats.org/drawingml/2006/table">
            <a:tbl>
              <a:tblPr/>
              <a:tblGrid>
                <a:gridCol w="2147506"/>
                <a:gridCol w="2052764"/>
                <a:gridCol w="1894860"/>
                <a:gridCol w="2210670"/>
              </a:tblGrid>
              <a:tr h="873741">
                <a:tc>
                  <a:txBody>
                    <a:bodyPr/>
                    <a:lstStyle/>
                    <a:p>
                      <a:pPr lvl="0" algn="l"/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741"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741"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741"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741"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741"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741"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- LISTENING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060382" y="644617"/>
            <a:ext cx="7245419" cy="6032402"/>
            <a:chOff x="831782" y="644617"/>
            <a:chExt cx="7245419" cy="6032402"/>
          </a:xfrm>
        </p:grpSpPr>
        <p:grpSp>
          <p:nvGrpSpPr>
            <p:cNvPr id="31" name="Group 30"/>
            <p:cNvGrpSpPr/>
            <p:nvPr/>
          </p:nvGrpSpPr>
          <p:grpSpPr>
            <a:xfrm>
              <a:off x="831782" y="670810"/>
              <a:ext cx="7245419" cy="6006209"/>
              <a:chOff x="836927" y="243897"/>
              <a:chExt cx="7500810" cy="6437668"/>
            </a:xfrm>
          </p:grpSpPr>
          <p:pic>
            <p:nvPicPr>
              <p:cNvPr id="1045" name="Picture 21" descr="DOMES045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6862784" y="272472"/>
                <a:ext cx="1474953" cy="790575"/>
              </a:xfrm>
              <a:prstGeom prst="rect">
                <a:avLst/>
              </a:prstGeom>
              <a:noFill/>
            </p:spPr>
          </p:pic>
          <p:pic>
            <p:nvPicPr>
              <p:cNvPr id="1028" name="Picture 4" descr="notebook_resize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894077" y="5791200"/>
                <a:ext cx="1257300" cy="790575"/>
              </a:xfrm>
              <a:prstGeom prst="rect">
                <a:avLst/>
              </a:prstGeom>
              <a:noFill/>
            </p:spPr>
          </p:pic>
          <p:pic>
            <p:nvPicPr>
              <p:cNvPr id="1026" name="Picture 2" descr="telephone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4943475" y="3944099"/>
                <a:ext cx="1228725" cy="822535"/>
              </a:xfrm>
              <a:prstGeom prst="rect">
                <a:avLst/>
              </a:prstGeom>
              <a:noFill/>
            </p:spPr>
          </p:pic>
          <p:pic>
            <p:nvPicPr>
              <p:cNvPr id="1052" name="Picture 28" descr="pen3_resize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836927" y="1276349"/>
                <a:ext cx="1371600" cy="666750"/>
              </a:xfrm>
              <a:prstGeom prst="rect">
                <a:avLst/>
              </a:prstGeom>
              <a:noFill/>
            </p:spPr>
          </p:pic>
          <p:pic>
            <p:nvPicPr>
              <p:cNvPr id="1050" name="Picture 26" descr="put down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5318312" y="5807909"/>
                <a:ext cx="638175" cy="757157"/>
              </a:xfrm>
              <a:prstGeom prst="rect">
                <a:avLst/>
              </a:prstGeom>
              <a:noFill/>
            </p:spPr>
          </p:pic>
          <p:pic>
            <p:nvPicPr>
              <p:cNvPr id="1049" name="Picture 25" descr="tape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7010400" y="2137605"/>
                <a:ext cx="1298762" cy="723899"/>
              </a:xfrm>
              <a:prstGeom prst="rect">
                <a:avLst/>
              </a:prstGeom>
              <a:noFill/>
            </p:spPr>
          </p:pic>
          <p:pic>
            <p:nvPicPr>
              <p:cNvPr id="1047" name="Picture 23" descr="computer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3170238" y="5876925"/>
                <a:ext cx="822325" cy="704850"/>
              </a:xfrm>
              <a:prstGeom prst="rect">
                <a:avLst/>
              </a:prstGeom>
              <a:noFill/>
            </p:spPr>
          </p:pic>
          <p:pic>
            <p:nvPicPr>
              <p:cNvPr id="1046" name="Picture 22" descr="clock"/>
              <p:cNvPicPr>
                <a:picLocks noChangeAspect="1" noChangeArrowheads="1"/>
              </p:cNvPicPr>
              <p:nvPr/>
            </p:nvPicPr>
            <p:blipFill>
              <a:blip r:embed="rId11" cstate="print"/>
              <a:srcRect/>
              <a:stretch>
                <a:fillRect/>
              </a:stretch>
            </p:blipFill>
            <p:spPr bwMode="auto">
              <a:xfrm>
                <a:off x="5333440" y="260310"/>
                <a:ext cx="670672" cy="723899"/>
              </a:xfrm>
              <a:prstGeom prst="rect">
                <a:avLst/>
              </a:prstGeom>
              <a:noFill/>
            </p:spPr>
          </p:pic>
          <p:pic>
            <p:nvPicPr>
              <p:cNvPr id="1043" name="Picture 19" descr="table2"/>
              <p:cNvPicPr>
                <a:picLocks noChangeAspect="1" noChangeArrowheads="1"/>
              </p:cNvPicPr>
              <p:nvPr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>
                <a:off x="3005138" y="2133600"/>
                <a:ext cx="1152525" cy="724444"/>
              </a:xfrm>
              <a:prstGeom prst="rect">
                <a:avLst/>
              </a:prstGeom>
              <a:noFill/>
            </p:spPr>
          </p:pic>
          <p:pic>
            <p:nvPicPr>
              <p:cNvPr id="1042" name="Picture 18" descr="watch4"/>
              <p:cNvPicPr>
                <a:picLocks noChangeAspect="1" noChangeArrowheads="1"/>
              </p:cNvPicPr>
              <p:nvPr/>
            </p:nvPicPr>
            <p:blipFill>
              <a:blip r:embed="rId13" cstate="print"/>
              <a:srcRect/>
              <a:stretch>
                <a:fillRect/>
              </a:stretch>
            </p:blipFill>
            <p:spPr bwMode="auto">
              <a:xfrm>
                <a:off x="5372974" y="2056789"/>
                <a:ext cx="525487" cy="813254"/>
              </a:xfrm>
              <a:prstGeom prst="rect">
                <a:avLst/>
              </a:prstGeom>
              <a:noFill/>
            </p:spPr>
          </p:pic>
          <p:pic>
            <p:nvPicPr>
              <p:cNvPr id="1041" name="Picture 17" descr="radio_resize"/>
              <p:cNvPicPr>
                <a:picLocks noChangeAspect="1" noChangeArrowheads="1"/>
              </p:cNvPicPr>
              <p:nvPr/>
            </p:nvPicPr>
            <p:blipFill>
              <a:blip r:embed="rId14"/>
              <a:srcRect/>
              <a:stretch>
                <a:fillRect/>
              </a:stretch>
            </p:blipFill>
            <p:spPr bwMode="auto">
              <a:xfrm>
                <a:off x="7486031" y="1180266"/>
                <a:ext cx="727881" cy="762000"/>
              </a:xfrm>
              <a:prstGeom prst="rect">
                <a:avLst/>
              </a:prstGeom>
              <a:noFill/>
            </p:spPr>
          </p:pic>
          <p:pic>
            <p:nvPicPr>
              <p:cNvPr id="1039" name="Picture 15" descr="chair"/>
              <p:cNvPicPr>
                <a:picLocks noChangeAspect="1" noChangeArrowheads="1"/>
              </p:cNvPicPr>
              <p:nvPr/>
            </p:nvPicPr>
            <p:blipFill>
              <a:blip r:embed="rId15" cstate="print"/>
              <a:srcRect/>
              <a:stretch>
                <a:fillRect/>
              </a:stretch>
            </p:blipFill>
            <p:spPr bwMode="auto">
              <a:xfrm>
                <a:off x="3276600" y="4915374"/>
                <a:ext cx="609600" cy="723899"/>
              </a:xfrm>
              <a:prstGeom prst="rect">
                <a:avLst/>
              </a:prstGeom>
              <a:noFill/>
            </p:spPr>
          </p:pic>
          <p:pic>
            <p:nvPicPr>
              <p:cNvPr id="1038" name="Picture 14" descr="picture"/>
              <p:cNvPicPr>
                <a:picLocks noChangeAspect="1" noChangeArrowheads="1"/>
              </p:cNvPicPr>
              <p:nvPr/>
            </p:nvPicPr>
            <p:blipFill>
              <a:blip r:embed="rId16" cstate="print"/>
              <a:srcRect l="50000" t="21507" b="8742"/>
              <a:stretch>
                <a:fillRect/>
              </a:stretch>
            </p:blipFill>
            <p:spPr bwMode="auto">
              <a:xfrm>
                <a:off x="5242112" y="1218367"/>
                <a:ext cx="800100" cy="723899"/>
              </a:xfrm>
              <a:prstGeom prst="rect">
                <a:avLst/>
              </a:prstGeom>
              <a:noFill/>
            </p:spPr>
          </p:pic>
          <p:pic>
            <p:nvPicPr>
              <p:cNvPr id="1037" name="Picture 13" descr="television"/>
              <p:cNvPicPr>
                <a:picLocks noChangeAspect="1" noChangeArrowheads="1"/>
              </p:cNvPicPr>
              <p:nvPr/>
            </p:nvPicPr>
            <p:blipFill>
              <a:blip r:embed="rId17" cstate="print"/>
              <a:srcRect/>
              <a:stretch>
                <a:fillRect/>
              </a:stretch>
            </p:blipFill>
            <p:spPr bwMode="auto">
              <a:xfrm>
                <a:off x="7528112" y="3048000"/>
                <a:ext cx="752475" cy="733425"/>
              </a:xfrm>
              <a:prstGeom prst="rect">
                <a:avLst/>
              </a:prstGeom>
              <a:noFill/>
            </p:spPr>
          </p:pic>
          <p:pic>
            <p:nvPicPr>
              <p:cNvPr id="1035" name="Picture 11" descr="shelf"/>
              <p:cNvPicPr>
                <a:picLocks noChangeAspect="1" noChangeArrowheads="1"/>
              </p:cNvPicPr>
              <p:nvPr/>
            </p:nvPicPr>
            <p:blipFill>
              <a:blip r:embed="rId18" cstate="print"/>
              <a:srcRect/>
              <a:stretch>
                <a:fillRect/>
              </a:stretch>
            </p:blipFill>
            <p:spPr bwMode="auto">
              <a:xfrm>
                <a:off x="3081151" y="1199095"/>
                <a:ext cx="881062" cy="764107"/>
              </a:xfrm>
              <a:prstGeom prst="rect">
                <a:avLst/>
              </a:prstGeom>
              <a:noFill/>
            </p:spPr>
          </p:pic>
          <p:pic>
            <p:nvPicPr>
              <p:cNvPr id="1034" name="Picture 10" descr="map2"/>
              <p:cNvPicPr>
                <a:picLocks noChangeAspect="1" noChangeArrowheads="1"/>
              </p:cNvPicPr>
              <p:nvPr/>
            </p:nvPicPr>
            <p:blipFill>
              <a:blip r:embed="rId19" cstate="print"/>
              <a:srcRect/>
              <a:stretch>
                <a:fillRect/>
              </a:stretch>
            </p:blipFill>
            <p:spPr bwMode="auto">
              <a:xfrm>
                <a:off x="5257800" y="4873926"/>
                <a:ext cx="755837" cy="806793"/>
              </a:xfrm>
              <a:prstGeom prst="rect">
                <a:avLst/>
              </a:prstGeom>
              <a:noFill/>
            </p:spPr>
          </p:pic>
          <p:pic>
            <p:nvPicPr>
              <p:cNvPr id="1033" name="Picture 9" descr="BULB2"/>
              <p:cNvPicPr>
                <a:picLocks noChangeAspect="1" noChangeArrowheads="1"/>
              </p:cNvPicPr>
              <p:nvPr/>
            </p:nvPicPr>
            <p:blipFill>
              <a:blip r:embed="rId20" cstate="print"/>
              <a:srcRect/>
              <a:stretch>
                <a:fillRect/>
              </a:stretch>
            </p:blipFill>
            <p:spPr bwMode="auto">
              <a:xfrm>
                <a:off x="7680511" y="5795740"/>
                <a:ext cx="514350" cy="885825"/>
              </a:xfrm>
              <a:prstGeom prst="rect">
                <a:avLst/>
              </a:prstGeom>
              <a:noFill/>
            </p:spPr>
          </p:pic>
          <p:pic>
            <p:nvPicPr>
              <p:cNvPr id="1032" name="Picture 8" descr="book"/>
              <p:cNvPicPr>
                <a:picLocks noChangeAspect="1" noChangeArrowheads="1"/>
              </p:cNvPicPr>
              <p:nvPr/>
            </p:nvPicPr>
            <p:blipFill>
              <a:blip r:embed="rId21" cstate="print"/>
              <a:srcRect/>
              <a:stretch>
                <a:fillRect/>
              </a:stretch>
            </p:blipFill>
            <p:spPr bwMode="auto">
              <a:xfrm>
                <a:off x="1008377" y="3934878"/>
                <a:ext cx="1028700" cy="819150"/>
              </a:xfrm>
              <a:prstGeom prst="rect">
                <a:avLst/>
              </a:prstGeom>
              <a:noFill/>
            </p:spPr>
          </p:pic>
          <p:pic>
            <p:nvPicPr>
              <p:cNvPr id="1031" name="Picture 7" descr="desk"/>
              <p:cNvPicPr>
                <a:picLocks noChangeAspect="1" noChangeArrowheads="1"/>
              </p:cNvPicPr>
              <p:nvPr/>
            </p:nvPicPr>
            <p:blipFill>
              <a:blip r:embed="rId22" cstate="print"/>
              <a:srcRect/>
              <a:stretch>
                <a:fillRect/>
              </a:stretch>
            </p:blipFill>
            <p:spPr bwMode="auto">
              <a:xfrm>
                <a:off x="3162300" y="3924299"/>
                <a:ext cx="838200" cy="809625"/>
              </a:xfrm>
              <a:prstGeom prst="rect">
                <a:avLst/>
              </a:prstGeom>
              <a:noFill/>
            </p:spPr>
          </p:pic>
          <p:pic>
            <p:nvPicPr>
              <p:cNvPr id="1030" name="Picture 6" descr="VENTILTR_resize"/>
              <p:cNvPicPr>
                <a:picLocks noChangeAspect="1" noChangeArrowheads="1"/>
              </p:cNvPicPr>
              <p:nvPr/>
            </p:nvPicPr>
            <p:blipFill>
              <a:blip r:embed="rId23"/>
              <a:srcRect/>
              <a:stretch>
                <a:fillRect/>
              </a:stretch>
            </p:blipFill>
            <p:spPr bwMode="auto">
              <a:xfrm>
                <a:off x="5165912" y="2999385"/>
                <a:ext cx="809625" cy="830654"/>
              </a:xfrm>
              <a:prstGeom prst="rect">
                <a:avLst/>
              </a:prstGeom>
              <a:noFill/>
            </p:spPr>
          </p:pic>
          <p:pic>
            <p:nvPicPr>
              <p:cNvPr id="1029" name="Picture 5" descr="ball"/>
              <p:cNvPicPr>
                <a:picLocks noChangeAspect="1" noChangeArrowheads="1"/>
              </p:cNvPicPr>
              <p:nvPr/>
            </p:nvPicPr>
            <p:blipFill>
              <a:blip r:embed="rId24" cstate="print"/>
              <a:srcRect/>
              <a:stretch>
                <a:fillRect/>
              </a:stretch>
            </p:blipFill>
            <p:spPr bwMode="auto">
              <a:xfrm>
                <a:off x="7375712" y="3955317"/>
                <a:ext cx="952500" cy="800099"/>
              </a:xfrm>
              <a:prstGeom prst="rect">
                <a:avLst/>
              </a:prstGeom>
              <a:noFill/>
            </p:spPr>
          </p:pic>
          <p:pic>
            <p:nvPicPr>
              <p:cNvPr id="1027" name="Picture 3" descr="board2"/>
              <p:cNvPicPr>
                <a:picLocks noChangeAspect="1" noChangeArrowheads="1"/>
              </p:cNvPicPr>
              <p:nvPr/>
            </p:nvPicPr>
            <p:blipFill>
              <a:blip r:embed="rId25" cstate="print"/>
              <a:srcRect/>
              <a:stretch>
                <a:fillRect/>
              </a:stretch>
            </p:blipFill>
            <p:spPr bwMode="auto">
              <a:xfrm>
                <a:off x="3043239" y="3062286"/>
                <a:ext cx="1076325" cy="771525"/>
              </a:xfrm>
              <a:prstGeom prst="rect">
                <a:avLst/>
              </a:prstGeom>
              <a:noFill/>
            </p:spPr>
          </p:pic>
          <p:pic>
            <p:nvPicPr>
              <p:cNvPr id="1025" name="Picture 1" descr="WALLPPR_resize"/>
              <p:cNvPicPr>
                <a:picLocks noChangeAspect="1" noChangeArrowheads="1"/>
              </p:cNvPicPr>
              <p:nvPr/>
            </p:nvPicPr>
            <p:blipFill>
              <a:blip r:embed="rId26"/>
              <a:srcRect/>
              <a:stretch>
                <a:fillRect/>
              </a:stretch>
            </p:blipFill>
            <p:spPr bwMode="auto">
              <a:xfrm>
                <a:off x="7375712" y="4891559"/>
                <a:ext cx="952500" cy="771525"/>
              </a:xfrm>
              <a:prstGeom prst="rect">
                <a:avLst/>
              </a:prstGeom>
              <a:noFill/>
            </p:spPr>
          </p:pic>
          <p:pic>
            <p:nvPicPr>
              <p:cNvPr id="35" name="Picture 12" descr="010303_0679_0298_vuvv_resize"/>
              <p:cNvPicPr>
                <a:picLocks noChangeAspect="1" noChangeArrowheads="1"/>
              </p:cNvPicPr>
              <p:nvPr/>
            </p:nvPicPr>
            <p:blipFill>
              <a:blip r:embed="rId27"/>
              <a:srcRect/>
              <a:stretch>
                <a:fillRect/>
              </a:stretch>
            </p:blipFill>
            <p:spPr bwMode="auto">
              <a:xfrm>
                <a:off x="1104753" y="2128080"/>
                <a:ext cx="835946" cy="733425"/>
              </a:xfrm>
              <a:prstGeom prst="rect">
                <a:avLst/>
              </a:prstGeom>
              <a:noFill/>
            </p:spPr>
          </p:pic>
          <p:pic>
            <p:nvPicPr>
              <p:cNvPr id="37" name="Picture 24" descr="pencil_resize"/>
              <p:cNvPicPr>
                <a:picLocks noChangeAspect="1" noChangeArrowheads="1"/>
              </p:cNvPicPr>
              <p:nvPr/>
            </p:nvPicPr>
            <p:blipFill>
              <a:blip r:embed="rId28"/>
              <a:srcRect/>
              <a:stretch>
                <a:fillRect/>
              </a:stretch>
            </p:blipFill>
            <p:spPr bwMode="auto">
              <a:xfrm>
                <a:off x="894075" y="3109912"/>
                <a:ext cx="1257300" cy="609600"/>
              </a:xfrm>
              <a:prstGeom prst="rect">
                <a:avLst/>
              </a:prstGeom>
              <a:noFill/>
            </p:spPr>
          </p:pic>
          <p:pic>
            <p:nvPicPr>
              <p:cNvPr id="38" name="Picture 20" descr="marker"/>
              <p:cNvPicPr>
                <a:picLocks noChangeAspect="1" noChangeArrowheads="1"/>
              </p:cNvPicPr>
              <p:nvPr/>
            </p:nvPicPr>
            <p:blipFill>
              <a:blip r:embed="rId29" cstate="print"/>
              <a:srcRect/>
              <a:stretch>
                <a:fillRect/>
              </a:stretch>
            </p:blipFill>
            <p:spPr bwMode="auto">
              <a:xfrm rot="19739619">
                <a:off x="1052572" y="5020529"/>
                <a:ext cx="940310" cy="522164"/>
              </a:xfrm>
              <a:prstGeom prst="rect">
                <a:avLst/>
              </a:prstGeom>
              <a:noFill/>
            </p:spPr>
          </p:pic>
          <p:pic>
            <p:nvPicPr>
              <p:cNvPr id="39" name="Picture 16" descr="ruler2"/>
              <p:cNvPicPr>
                <a:picLocks noChangeAspect="1" noChangeArrowheads="1"/>
              </p:cNvPicPr>
              <p:nvPr/>
            </p:nvPicPr>
            <p:blipFill>
              <a:blip r:embed="rId30" cstate="print"/>
              <a:srcRect/>
              <a:stretch>
                <a:fillRect/>
              </a:stretch>
            </p:blipFill>
            <p:spPr bwMode="auto">
              <a:xfrm>
                <a:off x="951937" y="243897"/>
                <a:ext cx="1141581" cy="819150"/>
              </a:xfrm>
              <a:prstGeom prst="rect">
                <a:avLst/>
              </a:prstGeom>
              <a:noFill/>
            </p:spPr>
          </p:pic>
        </p:grpSp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4804" y="644617"/>
              <a:ext cx="761004" cy="758397"/>
            </a:xfrm>
            <a:prstGeom prst="rect">
              <a:avLst/>
            </a:prstGeom>
          </p:spPr>
        </p:pic>
      </p:grpSp>
      <p:pic>
        <p:nvPicPr>
          <p:cNvPr id="36" name="QR01(Unit 2A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32"/>
          <a:stretch>
            <a:fillRect/>
          </a:stretch>
        </p:blipFill>
        <p:spPr>
          <a:xfrm>
            <a:off x="4267200" y="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01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110737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</p:childTnLst>
        </p:cTn>
      </p:par>
    </p:tnLst>
    <p:bldLst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0110"/>
            <a:ext cx="9144000" cy="142869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b="1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Noun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(Danh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tư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̀):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tiếng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chỉ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tên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một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người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một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vật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hay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một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đô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̀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vật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b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Example (Ví dụ): a man, a dog, a table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b="1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Plural form of a noun 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Sô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́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nhiều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của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danh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tư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̀):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dirty="0" smtClean="0">
              <a:ln w="10160">
                <a:noFill/>
                <a:prstDash val="solid"/>
              </a:ln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GRAMMAR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899309"/>
            <a:ext cx="9144000" cy="4304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15000"/>
              </a:lnSpc>
              <a:buFont typeface="+mj-lt"/>
              <a:buAutoNum type="arabicPeriod"/>
            </a:pP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êm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a book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books</a:t>
            </a: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a pen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pens</a:t>
            </a:r>
          </a:p>
          <a:p>
            <a:pPr lvl="1">
              <a:lnSpc>
                <a:spcPct val="115000"/>
              </a:lnSpc>
              <a:buFont typeface="+mj-lt"/>
              <a:buAutoNum type="arabicPeriod" startAt="2"/>
            </a:pP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ê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(E)S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đọc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iz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 sau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những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danh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tận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cùng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S, X, CE, SE, Z, CH, SH, GE.</a:t>
            </a: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a box       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boxes</a:t>
            </a: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an orange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oranges</a:t>
            </a:r>
          </a:p>
          <a:p>
            <a:pPr lvl="1">
              <a:lnSpc>
                <a:spcPct val="115000"/>
              </a:lnSpc>
              <a:buFont typeface="+mj-lt"/>
              <a:buAutoNum type="arabicPeriod" startAt="3"/>
            </a:pP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Theâm ES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vào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danh t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ừ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ận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ùng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à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ừ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khi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ước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à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nguyên âm)</a:t>
            </a: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a tomato 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tomatoes</a:t>
            </a:r>
          </a:p>
          <a:p>
            <a:pPr lvl="1"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sz="17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Nhưng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a radio    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radios (vì </a:t>
            </a:r>
            <a:r>
              <a:rPr lang="en-US" sz="17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trước</a:t>
            </a:r>
            <a:r>
              <a:rPr lang="en-US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17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nguyên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âm I)</a:t>
            </a:r>
          </a:p>
          <a:p>
            <a:pPr lvl="1">
              <a:lnSpc>
                <a:spcPct val="115000"/>
              </a:lnSpc>
              <a:buFont typeface="+mj-lt"/>
              <a:buAutoNum type="arabicPeriod" startAt="4"/>
            </a:pP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Đổi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IES (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Trừ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khi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trước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nguyên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âm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vi-VN" sz="1700" b="1" i="1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a city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cities</a:t>
            </a: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</a:t>
            </a:r>
            <a:r>
              <a:rPr lang="en-US" sz="17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ưng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a toy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toys (vì 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17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rước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 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à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nguyên âm O)</a:t>
            </a:r>
          </a:p>
          <a:p>
            <a:pPr lvl="1">
              <a:lnSpc>
                <a:spcPct val="115000"/>
              </a:lnSpc>
              <a:buFont typeface="+mj-lt"/>
              <a:buAutoNum type="arabicPeriod" startAt="5"/>
            </a:pP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Đổi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FE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ành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VES </a:t>
            </a:r>
            <a:r>
              <a:rPr lang="vi-VN" sz="17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knife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knives</a:t>
            </a: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a leaf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leaves</a:t>
            </a:r>
            <a:endParaRPr lang="vi-VN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animBg="1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22098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1379538" indent="-1366838">
              <a:lnSpc>
                <a:spcPct val="160000"/>
              </a:lnSpc>
              <a:buNone/>
            </a:pPr>
            <a:r>
              <a:rPr lang="en-US" sz="18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Jack:	Hi. My name is Jack. What’s </a:t>
            </a:r>
            <a:r>
              <a:rPr lang="en-US" sz="1800" b="1" smtClean="0">
                <a:latin typeface="Tahoma" pitchFamily="34" charset="0"/>
                <a:ea typeface="Tahoma" pitchFamily="34" charset="0"/>
                <a:cs typeface="Tahoma" pitchFamily="34" charset="0"/>
              </a:rPr>
              <a:t>your name?</a:t>
            </a:r>
            <a:r>
              <a:rPr lang="en-US" sz="1800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endParaRPr lang="en-US" sz="18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1379538" indent="-1366838">
              <a:lnSpc>
                <a:spcPct val="160000"/>
              </a:lnSpc>
              <a:buNone/>
            </a:pPr>
            <a:r>
              <a:rPr lang="en-US" sz="1800" b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Kate:	I’m Kate. 		</a:t>
            </a:r>
            <a:r>
              <a:rPr lang="en-US" sz="1800" b="1" i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endParaRPr lang="en-US" sz="1800" dirty="0" smtClean="0"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1379538" indent="-1366838">
              <a:lnSpc>
                <a:spcPct val="160000"/>
              </a:lnSpc>
              <a:buNone/>
            </a:pPr>
            <a:r>
              <a:rPr lang="en-US" sz="18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Jack:	It’s nice to meet you, Kate. </a:t>
            </a:r>
            <a:r>
              <a:rPr lang="en-US" sz="1800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endParaRPr lang="en-US" sz="18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1379538" indent="-1366838">
              <a:lnSpc>
                <a:spcPct val="160000"/>
              </a:lnSpc>
              <a:buNone/>
            </a:pPr>
            <a:r>
              <a:rPr lang="en-US" sz="1800" b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Kate</a:t>
            </a:r>
            <a:r>
              <a:rPr lang="en-US" sz="1800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	</a:t>
            </a:r>
            <a:r>
              <a:rPr lang="en-US" sz="1800" b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Nice to meet you, too. </a:t>
            </a:r>
            <a:r>
              <a:rPr lang="en-US" sz="1800" i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endParaRPr lang="en-US" sz="1800" dirty="0" smtClean="0"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38472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CONVERSATION – NICE TO MEET YOU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3987197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HOMEWORK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0" y="46482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Chép tất cả các danh từ trong phần vocabulary, mỗi chữ 2 dòng vào vở bài tập B.</a:t>
            </a:r>
          </a:p>
          <a:p>
            <a:r>
              <a:rPr lang="en-US" sz="180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Viết 1 dòng số ít, 1 dòng số nhiều. </a:t>
            </a:r>
            <a:endParaRPr lang="en-US" sz="1800" dirty="0">
              <a:ln w="10541" cmpd="sng">
                <a:solidFill>
                  <a:srgbClr val="FF0000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762000"/>
            <a:ext cx="2438400" cy="30445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8" grpId="0" animBg="1"/>
      <p:bldP spid="7" grpId="0" animBg="1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198</Words>
  <Application>Microsoft Office PowerPoint</Application>
  <PresentationFormat>On-screen Show (4:3)</PresentationFormat>
  <Paragraphs>149</Paragraphs>
  <Slides>7</Slides>
  <Notes>1</Notes>
  <HiddenSlides>0</HiddenSlides>
  <MMClips>2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UNIT 2A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Mister Nice Guy</dc:creator>
  <cp:lastModifiedBy>TuanTran-PC</cp:lastModifiedBy>
  <cp:revision>125</cp:revision>
  <dcterms:created xsi:type="dcterms:W3CDTF">2008-12-29T06:41:19Z</dcterms:created>
  <dcterms:modified xsi:type="dcterms:W3CDTF">2017-07-08T10:57:12Z</dcterms:modified>
</cp:coreProperties>
</file>