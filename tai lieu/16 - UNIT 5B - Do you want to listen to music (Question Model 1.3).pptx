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3" r:id="rId2"/>
    <p:sldId id="256" r:id="rId3"/>
    <p:sldId id="265" r:id="rId4"/>
    <p:sldId id="278" r:id="rId5"/>
    <p:sldId id="274" r:id="rId6"/>
    <p:sldId id="275" r:id="rId7"/>
    <p:sldId id="277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6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BFC724-CD6E-474E-9705-BF9A6FD03617}" type="datetimeFigureOut">
              <a:rPr lang="en-US" smtClean="0"/>
              <a:t>7/8/17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938D8-1D5D-4507-A3EE-B1AE1943D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402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938D8-1D5D-4507-A3EE-B1AE1943D3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61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10.jpeg"/><Relationship Id="rId18" Type="http://schemas.openxmlformats.org/officeDocument/2006/relationships/image" Target="../media/image15.jpe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18.jpeg"/><Relationship Id="rId7" Type="http://schemas.openxmlformats.org/officeDocument/2006/relationships/image" Target="../media/image4.jpeg"/><Relationship Id="rId12" Type="http://schemas.openxmlformats.org/officeDocument/2006/relationships/image" Target="../media/image9.jpeg"/><Relationship Id="rId17" Type="http://schemas.openxmlformats.org/officeDocument/2006/relationships/image" Target="../media/image14.jpeg"/><Relationship Id="rId25" Type="http://schemas.openxmlformats.org/officeDocument/2006/relationships/image" Target="../media/image22.png"/><Relationship Id="rId2" Type="http://schemas.openxmlformats.org/officeDocument/2006/relationships/audio" Target="../media/media1.mp3"/><Relationship Id="rId16" Type="http://schemas.openxmlformats.org/officeDocument/2006/relationships/image" Target="../media/image13.jpeg"/><Relationship Id="rId20" Type="http://schemas.openxmlformats.org/officeDocument/2006/relationships/image" Target="../media/image17.jpeg"/><Relationship Id="rId1" Type="http://schemas.microsoft.com/office/2007/relationships/media" Target="../media/media1.mp3"/><Relationship Id="rId6" Type="http://schemas.openxmlformats.org/officeDocument/2006/relationships/image" Target="../media/image3.jpeg"/><Relationship Id="rId11" Type="http://schemas.openxmlformats.org/officeDocument/2006/relationships/image" Target="../media/image8.jpeg"/><Relationship Id="rId24" Type="http://schemas.openxmlformats.org/officeDocument/2006/relationships/image" Target="../media/image21.gif"/><Relationship Id="rId5" Type="http://schemas.openxmlformats.org/officeDocument/2006/relationships/image" Target="../media/image2.jpeg"/><Relationship Id="rId15" Type="http://schemas.openxmlformats.org/officeDocument/2006/relationships/image" Target="../media/image12.jpeg"/><Relationship Id="rId23" Type="http://schemas.openxmlformats.org/officeDocument/2006/relationships/image" Target="../media/image20.jpeg"/><Relationship Id="rId10" Type="http://schemas.openxmlformats.org/officeDocument/2006/relationships/image" Target="../media/image7.wmf"/><Relationship Id="rId19" Type="http://schemas.openxmlformats.org/officeDocument/2006/relationships/image" Target="../media/image16.jpe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6.jpeg"/><Relationship Id="rId14" Type="http://schemas.openxmlformats.org/officeDocument/2006/relationships/image" Target="../media/image11.jpeg"/><Relationship Id="rId22" Type="http://schemas.openxmlformats.org/officeDocument/2006/relationships/image" Target="../media/image1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18" Type="http://schemas.openxmlformats.org/officeDocument/2006/relationships/image" Target="../media/image18.jpeg"/><Relationship Id="rId3" Type="http://schemas.openxmlformats.org/officeDocument/2006/relationships/image" Target="../media/image3.jpeg"/><Relationship Id="rId21" Type="http://schemas.openxmlformats.org/officeDocument/2006/relationships/image" Target="../media/image21.gif"/><Relationship Id="rId7" Type="http://schemas.openxmlformats.org/officeDocument/2006/relationships/image" Target="../media/image7.wmf"/><Relationship Id="rId12" Type="http://schemas.openxmlformats.org/officeDocument/2006/relationships/image" Target="../media/image12.jpeg"/><Relationship Id="rId17" Type="http://schemas.openxmlformats.org/officeDocument/2006/relationships/image" Target="../media/image17.jpeg"/><Relationship Id="rId2" Type="http://schemas.openxmlformats.org/officeDocument/2006/relationships/image" Target="../media/image2.jpeg"/><Relationship Id="rId16" Type="http://schemas.openxmlformats.org/officeDocument/2006/relationships/image" Target="../media/image16.jpeg"/><Relationship Id="rId20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5" Type="http://schemas.openxmlformats.org/officeDocument/2006/relationships/image" Target="../media/image15.jpeg"/><Relationship Id="rId10" Type="http://schemas.openxmlformats.org/officeDocument/2006/relationships/image" Target="../media/image10.jpeg"/><Relationship Id="rId19" Type="http://schemas.openxmlformats.org/officeDocument/2006/relationships/image" Target="../media/image19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Relationship Id="rId1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13" Type="http://schemas.openxmlformats.org/officeDocument/2006/relationships/image" Target="../media/image17.jpeg"/><Relationship Id="rId18" Type="http://schemas.openxmlformats.org/officeDocument/2006/relationships/image" Target="../media/image3.jpe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5.jpeg"/><Relationship Id="rId7" Type="http://schemas.openxmlformats.org/officeDocument/2006/relationships/image" Target="../media/image11.jpeg"/><Relationship Id="rId12" Type="http://schemas.openxmlformats.org/officeDocument/2006/relationships/image" Target="../media/image16.jpeg"/><Relationship Id="rId17" Type="http://schemas.openxmlformats.org/officeDocument/2006/relationships/image" Target="../media/image6.jpeg"/><Relationship Id="rId2" Type="http://schemas.openxmlformats.org/officeDocument/2006/relationships/audio" Target="../media/media1.mp3"/><Relationship Id="rId16" Type="http://schemas.openxmlformats.org/officeDocument/2006/relationships/image" Target="../media/image20.jpeg"/><Relationship Id="rId20" Type="http://schemas.openxmlformats.org/officeDocument/2006/relationships/image" Target="../media/image4.jpeg"/><Relationship Id="rId1" Type="http://schemas.microsoft.com/office/2007/relationships/media" Target="../media/media1.mp3"/><Relationship Id="rId6" Type="http://schemas.openxmlformats.org/officeDocument/2006/relationships/image" Target="../media/image10.jpeg"/><Relationship Id="rId11" Type="http://schemas.openxmlformats.org/officeDocument/2006/relationships/image" Target="../media/image15.jpeg"/><Relationship Id="rId24" Type="http://schemas.openxmlformats.org/officeDocument/2006/relationships/image" Target="../media/image22.png"/><Relationship Id="rId5" Type="http://schemas.openxmlformats.org/officeDocument/2006/relationships/image" Target="../media/image8.jpeg"/><Relationship Id="rId15" Type="http://schemas.openxmlformats.org/officeDocument/2006/relationships/image" Target="../media/image19.jpeg"/><Relationship Id="rId23" Type="http://schemas.openxmlformats.org/officeDocument/2006/relationships/image" Target="../media/image21.gif"/><Relationship Id="rId10" Type="http://schemas.openxmlformats.org/officeDocument/2006/relationships/image" Target="../media/image14.jpeg"/><Relationship Id="rId19" Type="http://schemas.openxmlformats.org/officeDocument/2006/relationships/image" Target="../media/image7.wmf"/><Relationship Id="rId4" Type="http://schemas.openxmlformats.org/officeDocument/2006/relationships/image" Target="../media/image2.jpeg"/><Relationship Id="rId9" Type="http://schemas.openxmlformats.org/officeDocument/2006/relationships/image" Target="../media/image13.jpeg"/><Relationship Id="rId14" Type="http://schemas.openxmlformats.org/officeDocument/2006/relationships/image" Target="../media/image18.jpeg"/><Relationship Id="rId22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6576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4800" b="1" dirty="0" smtClean="0">
                <a:ln>
                  <a:prstDash val="solid"/>
                </a:ln>
                <a:solidFill>
                  <a:srgbClr val="0070C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DO YOU WANT TO LISTEN TO MUSIC?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0" y="5486400"/>
            <a:ext cx="533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(QUESTION MODEL 1.3)</a:t>
            </a:r>
            <a:endParaRPr lang="en-US" sz="3200" b="1" dirty="0">
              <a:ln>
                <a:prstDash val="solid"/>
              </a:ln>
              <a:solidFill>
                <a:srgbClr val="00B0F0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438400" y="2362200"/>
            <a:ext cx="4267200" cy="11398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</a:t>
            </a:r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5B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0"/>
            <a:ext cx="2895600" cy="23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7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750"/>
                            </p:stCondLst>
                            <p:childTnLst>
                              <p:par>
                                <p:cTn id="2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374906"/>
              </p:ext>
            </p:extLst>
          </p:nvPr>
        </p:nvGraphicFramePr>
        <p:xfrm>
          <a:off x="152401" y="609600"/>
          <a:ext cx="8839198" cy="6019800"/>
        </p:xfrm>
        <a:graphic>
          <a:graphicData uri="http://schemas.openxmlformats.org/drawingml/2006/table">
            <a:tbl>
              <a:tblPr/>
              <a:tblGrid>
                <a:gridCol w="2489104"/>
                <a:gridCol w="1826579"/>
                <a:gridCol w="2417875"/>
                <a:gridCol w="2105640"/>
              </a:tblGrid>
              <a:tr h="1203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SUBMIT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COVER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UNDERSTAND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COLOR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KISS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OBSERVE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KNOW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DRAW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CONDUCT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GIVE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LISTEN TO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WATCH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STORE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HOLD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MAKE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PASS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TOUCH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SHOW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DO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FAIL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– TRANSITIVE VERBS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38201" y="624526"/>
            <a:ext cx="7715249" cy="5785799"/>
            <a:chOff x="838201" y="624526"/>
            <a:chExt cx="7715249" cy="5785799"/>
          </a:xfrm>
        </p:grpSpPr>
        <p:grpSp>
          <p:nvGrpSpPr>
            <p:cNvPr id="49" name="Group 48"/>
            <p:cNvGrpSpPr/>
            <p:nvPr/>
          </p:nvGrpSpPr>
          <p:grpSpPr>
            <a:xfrm>
              <a:off x="838201" y="624526"/>
              <a:ext cx="7715249" cy="5785799"/>
              <a:chOff x="838201" y="256617"/>
              <a:chExt cx="7715249" cy="6153708"/>
            </a:xfrm>
          </p:grpSpPr>
          <p:pic>
            <p:nvPicPr>
              <p:cNvPr id="6164" name="Picture 10" descr="pay_resize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985453" y="288367"/>
                <a:ext cx="848497" cy="981075"/>
              </a:xfrm>
              <a:prstGeom prst="rect">
                <a:avLst/>
              </a:prstGeom>
              <a:noFill/>
            </p:spPr>
          </p:pic>
          <p:pic>
            <p:nvPicPr>
              <p:cNvPr id="6163" name="Picture 13" descr="spain_resize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3167062" y="281824"/>
                <a:ext cx="795338" cy="987618"/>
              </a:xfrm>
              <a:prstGeom prst="rect">
                <a:avLst/>
              </a:prstGeom>
              <a:noFill/>
            </p:spPr>
          </p:pic>
          <p:pic>
            <p:nvPicPr>
              <p:cNvPr id="6162" name="Picture 164" descr="talkative2_resize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5272087" y="256617"/>
                <a:ext cx="838200" cy="1012825"/>
              </a:xfrm>
              <a:prstGeom prst="rect">
                <a:avLst/>
              </a:prstGeom>
              <a:noFill/>
            </p:spPr>
          </p:pic>
          <p:pic>
            <p:nvPicPr>
              <p:cNvPr id="6161" name="Picture 17" descr="color_resize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7353300" y="265632"/>
                <a:ext cx="1200150" cy="1028700"/>
              </a:xfrm>
              <a:prstGeom prst="rect">
                <a:avLst/>
              </a:prstGeom>
              <a:noFill/>
            </p:spPr>
          </p:pic>
          <p:pic>
            <p:nvPicPr>
              <p:cNvPr id="6160" name="Picture 3" descr="kiss_resize"/>
              <p:cNvPicPr>
                <a:picLocks noChangeAspect="1" noChangeArrowheads="1"/>
              </p:cNvPicPr>
              <p:nvPr/>
            </p:nvPicPr>
            <p:blipFill>
              <a:blip r:embed="rId9"/>
              <a:srcRect/>
              <a:stretch>
                <a:fillRect/>
              </a:stretch>
            </p:blipFill>
            <p:spPr bwMode="auto">
              <a:xfrm>
                <a:off x="1024440" y="1571625"/>
                <a:ext cx="770522" cy="1009650"/>
              </a:xfrm>
              <a:prstGeom prst="rect">
                <a:avLst/>
              </a:prstGeom>
              <a:noFill/>
            </p:spPr>
          </p:pic>
          <p:pic>
            <p:nvPicPr>
              <p:cNvPr id="6159" name="Picture 17" descr="observe"/>
              <p:cNvPicPr>
                <a:picLocks noChangeAspect="1" noChangeArrowheads="1"/>
              </p:cNvPicPr>
              <p:nvPr/>
            </p:nvPicPr>
            <p:blipFill>
              <a:blip r:embed="rId10"/>
              <a:srcRect/>
              <a:stretch>
                <a:fillRect/>
              </a:stretch>
            </p:blipFill>
            <p:spPr bwMode="auto">
              <a:xfrm>
                <a:off x="2990850" y="1524000"/>
                <a:ext cx="1038225" cy="1057275"/>
              </a:xfrm>
              <a:prstGeom prst="rect">
                <a:avLst/>
              </a:prstGeom>
              <a:noFill/>
            </p:spPr>
          </p:pic>
          <p:pic>
            <p:nvPicPr>
              <p:cNvPr id="6158" name="Picture 168" descr="know_resize"/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5276850" y="1581150"/>
                <a:ext cx="828675" cy="1000125"/>
              </a:xfrm>
              <a:prstGeom prst="rect">
                <a:avLst/>
              </a:prstGeom>
              <a:noFill/>
            </p:spPr>
          </p:pic>
          <p:pic>
            <p:nvPicPr>
              <p:cNvPr id="6157" name="Picture 13" descr="color2_resize"/>
              <p:cNvPicPr>
                <a:picLocks noChangeAspect="1" noChangeArrowheads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7472363" y="1581150"/>
                <a:ext cx="962025" cy="1000125"/>
              </a:xfrm>
              <a:prstGeom prst="rect">
                <a:avLst/>
              </a:prstGeom>
              <a:noFill/>
            </p:spPr>
          </p:pic>
          <p:pic>
            <p:nvPicPr>
              <p:cNvPr id="6156" name="Picture 18" descr="conduct3_resize"/>
              <p:cNvPicPr>
                <a:picLocks noChangeAspect="1" noChangeArrowheads="1"/>
              </p:cNvPicPr>
              <p:nvPr/>
            </p:nvPicPr>
            <p:blipFill>
              <a:blip r:embed="rId13" cstate="print"/>
              <a:srcRect/>
              <a:stretch>
                <a:fillRect/>
              </a:stretch>
            </p:blipFill>
            <p:spPr bwMode="auto">
              <a:xfrm>
                <a:off x="1028701" y="2819400"/>
                <a:ext cx="762000" cy="1025071"/>
              </a:xfrm>
              <a:prstGeom prst="rect">
                <a:avLst/>
              </a:prstGeom>
              <a:noFill/>
            </p:spPr>
          </p:pic>
          <p:pic>
            <p:nvPicPr>
              <p:cNvPr id="6155" name="Picture 171" descr="give2_resize"/>
              <p:cNvPicPr>
                <a:picLocks noChangeAspect="1" noChangeArrowheads="1"/>
              </p:cNvPicPr>
              <p:nvPr/>
            </p:nvPicPr>
            <p:blipFill>
              <a:blip r:embed="rId14"/>
              <a:srcRect/>
              <a:stretch>
                <a:fillRect/>
              </a:stretch>
            </p:blipFill>
            <p:spPr bwMode="auto">
              <a:xfrm>
                <a:off x="3043237" y="2853871"/>
                <a:ext cx="933450" cy="990600"/>
              </a:xfrm>
              <a:prstGeom prst="rect">
                <a:avLst/>
              </a:prstGeom>
              <a:noFill/>
            </p:spPr>
          </p:pic>
          <p:pic>
            <p:nvPicPr>
              <p:cNvPr id="6154" name="Picture 10" descr="listen2_resize"/>
              <p:cNvPicPr>
                <a:picLocks noChangeAspect="1" noChangeArrowheads="1"/>
              </p:cNvPicPr>
              <p:nvPr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5205412" y="2853871"/>
                <a:ext cx="971550" cy="990600"/>
              </a:xfrm>
              <a:prstGeom prst="rect">
                <a:avLst/>
              </a:prstGeom>
              <a:noFill/>
            </p:spPr>
          </p:pic>
          <p:pic>
            <p:nvPicPr>
              <p:cNvPr id="6153" name="Picture 84" descr="watch3_resize"/>
              <p:cNvPicPr>
                <a:picLocks noChangeAspect="1" noChangeArrowheads="1"/>
              </p:cNvPicPr>
              <p:nvPr/>
            </p:nvPicPr>
            <p:blipFill>
              <a:blip r:embed="rId16"/>
              <a:srcRect/>
              <a:stretch>
                <a:fillRect/>
              </a:stretch>
            </p:blipFill>
            <p:spPr bwMode="auto">
              <a:xfrm>
                <a:off x="7429500" y="2844346"/>
                <a:ext cx="1047750" cy="1000125"/>
              </a:xfrm>
              <a:prstGeom prst="rect">
                <a:avLst/>
              </a:prstGeom>
              <a:noFill/>
            </p:spPr>
          </p:pic>
          <p:pic>
            <p:nvPicPr>
              <p:cNvPr id="6152" name="Picture 14" descr="store_resize"/>
              <p:cNvPicPr>
                <a:picLocks noChangeAspect="1" noChangeArrowheads="1"/>
              </p:cNvPicPr>
              <p:nvPr/>
            </p:nvPicPr>
            <p:blipFill>
              <a:blip r:embed="rId17" cstate="print"/>
              <a:srcRect/>
              <a:stretch>
                <a:fillRect/>
              </a:stretch>
            </p:blipFill>
            <p:spPr bwMode="auto">
              <a:xfrm>
                <a:off x="957264" y="4124325"/>
                <a:ext cx="904875" cy="1000125"/>
              </a:xfrm>
              <a:prstGeom prst="rect">
                <a:avLst/>
              </a:prstGeom>
              <a:noFill/>
            </p:spPr>
          </p:pic>
          <p:pic>
            <p:nvPicPr>
              <p:cNvPr id="6151" name="Picture 175" descr="hold2_resize"/>
              <p:cNvPicPr>
                <a:picLocks noChangeAspect="1" noChangeArrowheads="1"/>
              </p:cNvPicPr>
              <p:nvPr/>
            </p:nvPicPr>
            <p:blipFill>
              <a:blip r:embed="rId18"/>
              <a:srcRect/>
              <a:stretch>
                <a:fillRect/>
              </a:stretch>
            </p:blipFill>
            <p:spPr bwMode="auto">
              <a:xfrm>
                <a:off x="3157537" y="4114800"/>
                <a:ext cx="704850" cy="1009650"/>
              </a:xfrm>
              <a:prstGeom prst="rect">
                <a:avLst/>
              </a:prstGeom>
              <a:noFill/>
            </p:spPr>
          </p:pic>
          <p:pic>
            <p:nvPicPr>
              <p:cNvPr id="6150" name="Picture 6" descr="baker2_resize"/>
              <p:cNvPicPr>
                <a:picLocks noChangeAspect="1" noChangeArrowheads="1"/>
              </p:cNvPicPr>
              <p:nvPr/>
            </p:nvPicPr>
            <p:blipFill>
              <a:blip r:embed="rId19"/>
              <a:srcRect/>
              <a:stretch>
                <a:fillRect/>
              </a:stretch>
            </p:blipFill>
            <p:spPr bwMode="auto">
              <a:xfrm>
                <a:off x="5219700" y="4124325"/>
                <a:ext cx="942975" cy="1000125"/>
              </a:xfrm>
              <a:prstGeom prst="rect">
                <a:avLst/>
              </a:prstGeom>
              <a:noFill/>
            </p:spPr>
          </p:pic>
          <p:pic>
            <p:nvPicPr>
              <p:cNvPr id="6149" name="Picture 16" descr="pass an exam_resize"/>
              <p:cNvPicPr>
                <a:picLocks noChangeAspect="1" noChangeArrowheads="1"/>
              </p:cNvPicPr>
              <p:nvPr/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7515565" y="4133850"/>
                <a:ext cx="875620" cy="990600"/>
              </a:xfrm>
              <a:prstGeom prst="rect">
                <a:avLst/>
              </a:prstGeom>
              <a:noFill/>
            </p:spPr>
          </p:pic>
          <p:pic>
            <p:nvPicPr>
              <p:cNvPr id="6148" name="Picture 8" descr="tease_resize"/>
              <p:cNvPicPr>
                <a:picLocks noChangeAspect="1" noChangeArrowheads="1"/>
              </p:cNvPicPr>
              <p:nvPr/>
            </p:nvPicPr>
            <p:blipFill>
              <a:blip r:embed="rId21"/>
              <a:srcRect/>
              <a:stretch>
                <a:fillRect/>
              </a:stretch>
            </p:blipFill>
            <p:spPr bwMode="auto">
              <a:xfrm>
                <a:off x="838201" y="5411325"/>
                <a:ext cx="1143000" cy="999000"/>
              </a:xfrm>
              <a:prstGeom prst="rect">
                <a:avLst/>
              </a:prstGeom>
              <a:noFill/>
            </p:spPr>
          </p:pic>
          <p:pic>
            <p:nvPicPr>
              <p:cNvPr id="6147" name="Picture 178" descr="show a map_resize"/>
              <p:cNvPicPr>
                <a:picLocks noChangeAspect="1" noChangeArrowheads="1"/>
              </p:cNvPicPr>
              <p:nvPr/>
            </p:nvPicPr>
            <p:blipFill>
              <a:blip r:embed="rId22">
                <a:lum bright="-20000"/>
              </a:blip>
              <a:srcRect/>
              <a:stretch>
                <a:fillRect/>
              </a:stretch>
            </p:blipFill>
            <p:spPr bwMode="auto">
              <a:xfrm>
                <a:off x="3009900" y="5486400"/>
                <a:ext cx="1000125" cy="923925"/>
              </a:xfrm>
              <a:prstGeom prst="rect">
                <a:avLst/>
              </a:prstGeom>
              <a:noFill/>
            </p:spPr>
          </p:pic>
          <p:pic>
            <p:nvPicPr>
              <p:cNvPr id="6145" name="Picture 11" descr="fail an exam_resize"/>
              <p:cNvPicPr>
                <a:picLocks noChangeAspect="1" noChangeArrowheads="1"/>
              </p:cNvPicPr>
              <p:nvPr/>
            </p:nvPicPr>
            <p:blipFill>
              <a:blip r:embed="rId23"/>
              <a:srcRect/>
              <a:stretch>
                <a:fillRect/>
              </a:stretch>
            </p:blipFill>
            <p:spPr bwMode="auto">
              <a:xfrm>
                <a:off x="7453313" y="5419725"/>
                <a:ext cx="1000125" cy="990600"/>
              </a:xfrm>
              <a:prstGeom prst="rect">
                <a:avLst/>
              </a:prstGeom>
              <a:noFill/>
            </p:spPr>
          </p:pic>
        </p:grp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7813" y="5505772"/>
              <a:ext cx="752474" cy="869832"/>
            </a:xfrm>
            <a:prstGeom prst="rect">
              <a:avLst/>
            </a:prstGeom>
          </p:spPr>
        </p:pic>
      </p:grpSp>
      <p:pic>
        <p:nvPicPr>
          <p:cNvPr id="5" name="QR01(Unit8A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5"/>
          <a:stretch>
            <a:fillRect/>
          </a:stretch>
        </p:blipFill>
        <p:spPr>
          <a:xfrm>
            <a:off x="5053013" y="-1918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0606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0143"/>
              </p:ext>
            </p:extLst>
          </p:nvPr>
        </p:nvGraphicFramePr>
        <p:xfrm>
          <a:off x="152401" y="457200"/>
          <a:ext cx="8839198" cy="6172200"/>
        </p:xfrm>
        <a:graphic>
          <a:graphicData uri="http://schemas.openxmlformats.org/drawingml/2006/table">
            <a:tbl>
              <a:tblPr/>
              <a:tblGrid>
                <a:gridCol w="2489104"/>
                <a:gridCol w="1826579"/>
                <a:gridCol w="2417875"/>
                <a:gridCol w="2105640"/>
              </a:tblGrid>
              <a:tr h="12344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- PICTURES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38201" y="548522"/>
            <a:ext cx="7715249" cy="5861803"/>
            <a:chOff x="838201" y="548522"/>
            <a:chExt cx="7715249" cy="5861803"/>
          </a:xfrm>
        </p:grpSpPr>
        <p:grpSp>
          <p:nvGrpSpPr>
            <p:cNvPr id="2" name="Group 48"/>
            <p:cNvGrpSpPr/>
            <p:nvPr/>
          </p:nvGrpSpPr>
          <p:grpSpPr>
            <a:xfrm>
              <a:off x="838201" y="548522"/>
              <a:ext cx="7715249" cy="5861803"/>
              <a:chOff x="838201" y="240742"/>
              <a:chExt cx="7715249" cy="6169583"/>
            </a:xfrm>
          </p:grpSpPr>
          <p:pic>
            <p:nvPicPr>
              <p:cNvPr id="6164" name="Picture 10" descr="pay_resize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985453" y="288367"/>
                <a:ext cx="848497" cy="981075"/>
              </a:xfrm>
              <a:prstGeom prst="rect">
                <a:avLst/>
              </a:prstGeom>
              <a:noFill/>
            </p:spPr>
          </p:pic>
          <p:pic>
            <p:nvPicPr>
              <p:cNvPr id="6163" name="Picture 13" descr="spain_resize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167062" y="281824"/>
                <a:ext cx="795338" cy="987618"/>
              </a:xfrm>
              <a:prstGeom prst="rect">
                <a:avLst/>
              </a:prstGeom>
              <a:noFill/>
            </p:spPr>
          </p:pic>
          <p:pic>
            <p:nvPicPr>
              <p:cNvPr id="6162" name="Picture 164" descr="talkative2_resize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5272087" y="256617"/>
                <a:ext cx="838200" cy="1012825"/>
              </a:xfrm>
              <a:prstGeom prst="rect">
                <a:avLst/>
              </a:prstGeom>
              <a:noFill/>
            </p:spPr>
          </p:pic>
          <p:pic>
            <p:nvPicPr>
              <p:cNvPr id="6161" name="Picture 17" descr="color_resize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7353300" y="240742"/>
                <a:ext cx="1200150" cy="1028700"/>
              </a:xfrm>
              <a:prstGeom prst="rect">
                <a:avLst/>
              </a:prstGeom>
              <a:noFill/>
            </p:spPr>
          </p:pic>
          <p:pic>
            <p:nvPicPr>
              <p:cNvPr id="6160" name="Picture 3" descr="kiss_resize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1024440" y="1571625"/>
                <a:ext cx="770522" cy="1009650"/>
              </a:xfrm>
              <a:prstGeom prst="rect">
                <a:avLst/>
              </a:prstGeom>
              <a:noFill/>
            </p:spPr>
          </p:pic>
          <p:pic>
            <p:nvPicPr>
              <p:cNvPr id="6159" name="Picture 17" descr="observe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2990850" y="1524000"/>
                <a:ext cx="1038225" cy="1057275"/>
              </a:xfrm>
              <a:prstGeom prst="rect">
                <a:avLst/>
              </a:prstGeom>
              <a:noFill/>
            </p:spPr>
          </p:pic>
          <p:pic>
            <p:nvPicPr>
              <p:cNvPr id="6158" name="Picture 168" descr="know_resize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5276850" y="1581150"/>
                <a:ext cx="828675" cy="1000125"/>
              </a:xfrm>
              <a:prstGeom prst="rect">
                <a:avLst/>
              </a:prstGeom>
              <a:noFill/>
            </p:spPr>
          </p:pic>
          <p:pic>
            <p:nvPicPr>
              <p:cNvPr id="6157" name="Picture 13" descr="color2_resize"/>
              <p:cNvPicPr>
                <a:picLocks noChangeAspect="1" noChangeArrowheads="1"/>
              </p:cNvPicPr>
              <p:nvPr/>
            </p:nvPicPr>
            <p:blipFill>
              <a:blip r:embed="rId9"/>
              <a:srcRect/>
              <a:stretch>
                <a:fillRect/>
              </a:stretch>
            </p:blipFill>
            <p:spPr bwMode="auto">
              <a:xfrm>
                <a:off x="7472363" y="1581150"/>
                <a:ext cx="962025" cy="1000125"/>
              </a:xfrm>
              <a:prstGeom prst="rect">
                <a:avLst/>
              </a:prstGeom>
              <a:noFill/>
            </p:spPr>
          </p:pic>
          <p:pic>
            <p:nvPicPr>
              <p:cNvPr id="6156" name="Picture 18" descr="conduct3_resize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1028701" y="2819400"/>
                <a:ext cx="762000" cy="1025071"/>
              </a:xfrm>
              <a:prstGeom prst="rect">
                <a:avLst/>
              </a:prstGeom>
              <a:noFill/>
            </p:spPr>
          </p:pic>
          <p:pic>
            <p:nvPicPr>
              <p:cNvPr id="6155" name="Picture 171" descr="give2_resize"/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3043237" y="2853871"/>
                <a:ext cx="933450" cy="990600"/>
              </a:xfrm>
              <a:prstGeom prst="rect">
                <a:avLst/>
              </a:prstGeom>
              <a:noFill/>
            </p:spPr>
          </p:pic>
          <p:pic>
            <p:nvPicPr>
              <p:cNvPr id="6154" name="Picture 10" descr="listen2_resize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5205412" y="2853871"/>
                <a:ext cx="971550" cy="990600"/>
              </a:xfrm>
              <a:prstGeom prst="rect">
                <a:avLst/>
              </a:prstGeom>
              <a:noFill/>
            </p:spPr>
          </p:pic>
          <p:pic>
            <p:nvPicPr>
              <p:cNvPr id="6153" name="Picture 84" descr="watch3_resize"/>
              <p:cNvPicPr>
                <a:picLocks noChangeAspect="1" noChangeArrowheads="1"/>
              </p:cNvPicPr>
              <p:nvPr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7429500" y="2844346"/>
                <a:ext cx="1047750" cy="1000125"/>
              </a:xfrm>
              <a:prstGeom prst="rect">
                <a:avLst/>
              </a:prstGeom>
              <a:noFill/>
            </p:spPr>
          </p:pic>
          <p:pic>
            <p:nvPicPr>
              <p:cNvPr id="6152" name="Picture 14" descr="store_resize"/>
              <p:cNvPicPr>
                <a:picLocks noChangeAspect="1" noChangeArrowheads="1"/>
              </p:cNvPicPr>
              <p:nvPr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957264" y="4124325"/>
                <a:ext cx="904875" cy="1000125"/>
              </a:xfrm>
              <a:prstGeom prst="rect">
                <a:avLst/>
              </a:prstGeom>
              <a:noFill/>
            </p:spPr>
          </p:pic>
          <p:pic>
            <p:nvPicPr>
              <p:cNvPr id="6151" name="Picture 175" descr="hold2_resize"/>
              <p:cNvPicPr>
                <a:picLocks noChangeAspect="1" noChangeArrowheads="1"/>
              </p:cNvPicPr>
              <p:nvPr/>
            </p:nvPicPr>
            <p:blipFill>
              <a:blip r:embed="rId15"/>
              <a:srcRect/>
              <a:stretch>
                <a:fillRect/>
              </a:stretch>
            </p:blipFill>
            <p:spPr bwMode="auto">
              <a:xfrm>
                <a:off x="3157537" y="4114800"/>
                <a:ext cx="704850" cy="1009650"/>
              </a:xfrm>
              <a:prstGeom prst="rect">
                <a:avLst/>
              </a:prstGeom>
              <a:noFill/>
            </p:spPr>
          </p:pic>
          <p:pic>
            <p:nvPicPr>
              <p:cNvPr id="6150" name="Picture 6" descr="baker2_resize"/>
              <p:cNvPicPr>
                <a:picLocks noChangeAspect="1" noChangeArrowheads="1"/>
              </p:cNvPicPr>
              <p:nvPr/>
            </p:nvPicPr>
            <p:blipFill>
              <a:blip r:embed="rId16"/>
              <a:srcRect/>
              <a:stretch>
                <a:fillRect/>
              </a:stretch>
            </p:blipFill>
            <p:spPr bwMode="auto">
              <a:xfrm>
                <a:off x="5219700" y="4124325"/>
                <a:ext cx="942975" cy="1000125"/>
              </a:xfrm>
              <a:prstGeom prst="rect">
                <a:avLst/>
              </a:prstGeom>
              <a:noFill/>
            </p:spPr>
          </p:pic>
          <p:pic>
            <p:nvPicPr>
              <p:cNvPr id="6149" name="Picture 16" descr="pass an exam_resize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7515565" y="4133850"/>
                <a:ext cx="875620" cy="990600"/>
              </a:xfrm>
              <a:prstGeom prst="rect">
                <a:avLst/>
              </a:prstGeom>
              <a:noFill/>
            </p:spPr>
          </p:pic>
          <p:pic>
            <p:nvPicPr>
              <p:cNvPr id="6148" name="Picture 8" descr="tease_resize"/>
              <p:cNvPicPr>
                <a:picLocks noChangeAspect="1" noChangeArrowheads="1"/>
              </p:cNvPicPr>
              <p:nvPr/>
            </p:nvPicPr>
            <p:blipFill>
              <a:blip r:embed="rId18"/>
              <a:srcRect/>
              <a:stretch>
                <a:fillRect/>
              </a:stretch>
            </p:blipFill>
            <p:spPr bwMode="auto">
              <a:xfrm>
                <a:off x="838201" y="5411325"/>
                <a:ext cx="1143000" cy="999000"/>
              </a:xfrm>
              <a:prstGeom prst="rect">
                <a:avLst/>
              </a:prstGeom>
              <a:noFill/>
            </p:spPr>
          </p:pic>
          <p:pic>
            <p:nvPicPr>
              <p:cNvPr id="6147" name="Picture 178" descr="show a map_resize"/>
              <p:cNvPicPr>
                <a:picLocks noChangeAspect="1" noChangeArrowheads="1"/>
              </p:cNvPicPr>
              <p:nvPr/>
            </p:nvPicPr>
            <p:blipFill>
              <a:blip r:embed="rId19">
                <a:lum bright="-20000"/>
              </a:blip>
              <a:srcRect/>
              <a:stretch>
                <a:fillRect/>
              </a:stretch>
            </p:blipFill>
            <p:spPr bwMode="auto">
              <a:xfrm>
                <a:off x="3009900" y="5486400"/>
                <a:ext cx="1000125" cy="923925"/>
              </a:xfrm>
              <a:prstGeom prst="rect">
                <a:avLst/>
              </a:prstGeom>
              <a:noFill/>
            </p:spPr>
          </p:pic>
          <p:pic>
            <p:nvPicPr>
              <p:cNvPr id="6145" name="Picture 11" descr="fail an exam_resize"/>
              <p:cNvPicPr>
                <a:picLocks noChangeAspect="1" noChangeArrowheads="1"/>
              </p:cNvPicPr>
              <p:nvPr/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7453313" y="5419725"/>
                <a:ext cx="1000125" cy="990600"/>
              </a:xfrm>
              <a:prstGeom prst="rect">
                <a:avLst/>
              </a:prstGeom>
              <a:noFill/>
            </p:spPr>
          </p:pic>
        </p:grpSp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7813" y="5505772"/>
              <a:ext cx="752474" cy="869832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985874"/>
              </p:ext>
            </p:extLst>
          </p:nvPr>
        </p:nvGraphicFramePr>
        <p:xfrm>
          <a:off x="152401" y="457200"/>
          <a:ext cx="8839198" cy="6172200"/>
        </p:xfrm>
        <a:graphic>
          <a:graphicData uri="http://schemas.openxmlformats.org/drawingml/2006/table">
            <a:tbl>
              <a:tblPr/>
              <a:tblGrid>
                <a:gridCol w="2489104"/>
                <a:gridCol w="1826579"/>
                <a:gridCol w="2417875"/>
                <a:gridCol w="2105640"/>
              </a:tblGrid>
              <a:tr h="12344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- LISTENING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62000" y="593771"/>
            <a:ext cx="7791450" cy="5897749"/>
            <a:chOff x="762000" y="593771"/>
            <a:chExt cx="7791450" cy="5897749"/>
          </a:xfrm>
        </p:grpSpPr>
        <p:grpSp>
          <p:nvGrpSpPr>
            <p:cNvPr id="2" name="Group 48"/>
            <p:cNvGrpSpPr/>
            <p:nvPr/>
          </p:nvGrpSpPr>
          <p:grpSpPr>
            <a:xfrm>
              <a:off x="762000" y="593771"/>
              <a:ext cx="7791450" cy="5897749"/>
              <a:chOff x="762000" y="288367"/>
              <a:chExt cx="7791450" cy="6207417"/>
            </a:xfrm>
          </p:grpSpPr>
          <p:pic>
            <p:nvPicPr>
              <p:cNvPr id="6164" name="Picture 10" descr="pay_resize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985453" y="288367"/>
                <a:ext cx="848497" cy="981075"/>
              </a:xfrm>
              <a:prstGeom prst="rect">
                <a:avLst/>
              </a:prstGeom>
              <a:noFill/>
            </p:spPr>
          </p:pic>
          <p:pic>
            <p:nvPicPr>
              <p:cNvPr id="6158" name="Picture 168" descr="know_resize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5276850" y="311281"/>
                <a:ext cx="828675" cy="1000125"/>
              </a:xfrm>
              <a:prstGeom prst="rect">
                <a:avLst/>
              </a:prstGeom>
              <a:noFill/>
            </p:spPr>
          </p:pic>
          <p:pic>
            <p:nvPicPr>
              <p:cNvPr id="6156" name="Picture 18" descr="conduct3_resize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024440" y="1564116"/>
                <a:ext cx="770522" cy="1036535"/>
              </a:xfrm>
              <a:prstGeom prst="rect">
                <a:avLst/>
              </a:prstGeom>
              <a:noFill/>
            </p:spPr>
          </p:pic>
          <p:pic>
            <p:nvPicPr>
              <p:cNvPr id="6155" name="Picture 171" descr="give2_resize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3043237" y="311281"/>
                <a:ext cx="933450" cy="990600"/>
              </a:xfrm>
              <a:prstGeom prst="rect">
                <a:avLst/>
              </a:prstGeom>
              <a:noFill/>
            </p:spPr>
          </p:pic>
          <p:pic>
            <p:nvPicPr>
              <p:cNvPr id="6154" name="Picture 10" descr="listen2_resize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5143996" y="2791251"/>
                <a:ext cx="1094382" cy="1115840"/>
              </a:xfrm>
              <a:prstGeom prst="rect">
                <a:avLst/>
              </a:prstGeom>
              <a:noFill/>
            </p:spPr>
          </p:pic>
          <p:pic>
            <p:nvPicPr>
              <p:cNvPr id="6153" name="Picture 84" descr="watch3_resize"/>
              <p:cNvPicPr>
                <a:picLocks noChangeAspect="1" noChangeArrowheads="1"/>
              </p:cNvPicPr>
              <p:nvPr/>
            </p:nvPicPr>
            <p:blipFill>
              <a:blip r:embed="rId9"/>
              <a:srcRect/>
              <a:stretch>
                <a:fillRect/>
              </a:stretch>
            </p:blipFill>
            <p:spPr bwMode="auto">
              <a:xfrm>
                <a:off x="7429500" y="311281"/>
                <a:ext cx="1047750" cy="1000125"/>
              </a:xfrm>
              <a:prstGeom prst="rect">
                <a:avLst/>
              </a:prstGeom>
              <a:noFill/>
            </p:spPr>
          </p:pic>
          <p:pic>
            <p:nvPicPr>
              <p:cNvPr id="6152" name="Picture 14" descr="store_resize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934226" y="4154673"/>
                <a:ext cx="970774" cy="1072960"/>
              </a:xfrm>
              <a:prstGeom prst="rect">
                <a:avLst/>
              </a:prstGeom>
              <a:noFill/>
            </p:spPr>
          </p:pic>
          <p:pic>
            <p:nvPicPr>
              <p:cNvPr id="6151" name="Picture 175" descr="hold2_resize"/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3157537" y="2897440"/>
                <a:ext cx="704850" cy="1009650"/>
              </a:xfrm>
              <a:prstGeom prst="rect">
                <a:avLst/>
              </a:prstGeom>
              <a:noFill/>
            </p:spPr>
          </p:pic>
          <p:pic>
            <p:nvPicPr>
              <p:cNvPr id="6150" name="Picture 6" descr="baker2_resize"/>
              <p:cNvPicPr>
                <a:picLocks noChangeAspect="1" noChangeArrowheads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5137202" y="4102364"/>
                <a:ext cx="1107972" cy="1175123"/>
              </a:xfrm>
              <a:prstGeom prst="rect">
                <a:avLst/>
              </a:prstGeom>
              <a:noFill/>
            </p:spPr>
          </p:pic>
          <p:pic>
            <p:nvPicPr>
              <p:cNvPr id="6149" name="Picture 16" descr="pass an exam_resize"/>
              <p:cNvPicPr>
                <a:picLocks noChangeAspect="1" noChangeArrowheads="1"/>
              </p:cNvPicPr>
              <p:nvPr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7515565" y="4133850"/>
                <a:ext cx="875620" cy="990600"/>
              </a:xfrm>
              <a:prstGeom prst="rect">
                <a:avLst/>
              </a:prstGeom>
              <a:noFill/>
            </p:spPr>
          </p:pic>
          <p:pic>
            <p:nvPicPr>
              <p:cNvPr id="6148" name="Picture 8" descr="tease_resize"/>
              <p:cNvPicPr>
                <a:picLocks noChangeAspect="1" noChangeArrowheads="1"/>
              </p:cNvPicPr>
              <p:nvPr/>
            </p:nvPicPr>
            <p:blipFill>
              <a:blip r:embed="rId14"/>
              <a:srcRect/>
              <a:stretch>
                <a:fillRect/>
              </a:stretch>
            </p:blipFill>
            <p:spPr bwMode="auto">
              <a:xfrm>
                <a:off x="762000" y="2853872"/>
                <a:ext cx="1254883" cy="1096787"/>
              </a:xfrm>
              <a:prstGeom prst="rect">
                <a:avLst/>
              </a:prstGeom>
              <a:noFill/>
            </p:spPr>
          </p:pic>
          <p:pic>
            <p:nvPicPr>
              <p:cNvPr id="6147" name="Picture 178" descr="show a map_resize"/>
              <p:cNvPicPr>
                <a:picLocks noChangeAspect="1" noChangeArrowheads="1"/>
              </p:cNvPicPr>
              <p:nvPr/>
            </p:nvPicPr>
            <p:blipFill>
              <a:blip r:embed="rId15">
                <a:lum bright="-20000"/>
              </a:blip>
              <a:srcRect/>
              <a:stretch>
                <a:fillRect/>
              </a:stretch>
            </p:blipFill>
            <p:spPr bwMode="auto">
              <a:xfrm>
                <a:off x="3009900" y="5486400"/>
                <a:ext cx="1000125" cy="923925"/>
              </a:xfrm>
              <a:prstGeom prst="rect">
                <a:avLst/>
              </a:prstGeom>
              <a:noFill/>
            </p:spPr>
          </p:pic>
          <p:pic>
            <p:nvPicPr>
              <p:cNvPr id="6145" name="Picture 11" descr="fail an exam_resize"/>
              <p:cNvPicPr>
                <a:picLocks noChangeAspect="1" noChangeArrowheads="1"/>
              </p:cNvPicPr>
              <p:nvPr/>
            </p:nvPicPr>
            <p:blipFill>
              <a:blip r:embed="rId16"/>
              <a:srcRect/>
              <a:stretch>
                <a:fillRect/>
              </a:stretch>
            </p:blipFill>
            <p:spPr bwMode="auto">
              <a:xfrm>
                <a:off x="7453313" y="1588242"/>
                <a:ext cx="1000125" cy="990600"/>
              </a:xfrm>
              <a:prstGeom prst="rect">
                <a:avLst/>
              </a:prstGeom>
              <a:noFill/>
            </p:spPr>
          </p:pic>
          <p:pic>
            <p:nvPicPr>
              <p:cNvPr id="6160" name="Picture 3" descr="kiss_resize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985453" y="5435047"/>
                <a:ext cx="809509" cy="1060737"/>
              </a:xfrm>
              <a:prstGeom prst="rect">
                <a:avLst/>
              </a:prstGeom>
              <a:noFill/>
            </p:spPr>
          </p:pic>
          <p:pic>
            <p:nvPicPr>
              <p:cNvPr id="6163" name="Picture 13" descr="spain_resize"/>
              <p:cNvPicPr>
                <a:picLocks noChangeAspect="1" noChangeArrowheads="1"/>
              </p:cNvPicPr>
              <p:nvPr/>
            </p:nvPicPr>
            <p:blipFill>
              <a:blip r:embed="rId18" cstate="print"/>
              <a:srcRect/>
              <a:stretch>
                <a:fillRect/>
              </a:stretch>
            </p:blipFill>
            <p:spPr bwMode="auto">
              <a:xfrm>
                <a:off x="3167062" y="1524000"/>
                <a:ext cx="795338" cy="987618"/>
              </a:xfrm>
              <a:prstGeom prst="rect">
                <a:avLst/>
              </a:prstGeom>
              <a:noFill/>
            </p:spPr>
          </p:pic>
          <p:pic>
            <p:nvPicPr>
              <p:cNvPr id="6159" name="Picture 17" descr="observe"/>
              <p:cNvPicPr>
                <a:picLocks noChangeAspect="1" noChangeArrowheads="1"/>
              </p:cNvPicPr>
              <p:nvPr/>
            </p:nvPicPr>
            <p:blipFill>
              <a:blip r:embed="rId19"/>
              <a:srcRect/>
              <a:stretch>
                <a:fillRect/>
              </a:stretch>
            </p:blipFill>
            <p:spPr bwMode="auto">
              <a:xfrm>
                <a:off x="2990850" y="4154673"/>
                <a:ext cx="1038225" cy="1057275"/>
              </a:xfrm>
              <a:prstGeom prst="rect">
                <a:avLst/>
              </a:prstGeom>
              <a:noFill/>
            </p:spPr>
          </p:pic>
          <p:pic>
            <p:nvPicPr>
              <p:cNvPr id="6162" name="Picture 164" descr="talkative2_resize"/>
              <p:cNvPicPr>
                <a:picLocks noChangeAspect="1" noChangeArrowheads="1"/>
              </p:cNvPicPr>
              <p:nvPr/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5257800" y="5385129"/>
                <a:ext cx="919163" cy="1110655"/>
              </a:xfrm>
              <a:prstGeom prst="rect">
                <a:avLst/>
              </a:prstGeom>
              <a:noFill/>
            </p:spPr>
          </p:pic>
          <p:pic>
            <p:nvPicPr>
              <p:cNvPr id="6161" name="Picture 17" descr="color_resize"/>
              <p:cNvPicPr>
                <a:picLocks noChangeAspect="1" noChangeArrowheads="1"/>
              </p:cNvPicPr>
              <p:nvPr/>
            </p:nvPicPr>
            <p:blipFill>
              <a:blip r:embed="rId21"/>
              <a:srcRect/>
              <a:stretch>
                <a:fillRect/>
              </a:stretch>
            </p:blipFill>
            <p:spPr bwMode="auto">
              <a:xfrm>
                <a:off x="7353300" y="2897440"/>
                <a:ext cx="1200150" cy="1028700"/>
              </a:xfrm>
              <a:prstGeom prst="rect">
                <a:avLst/>
              </a:prstGeom>
              <a:noFill/>
            </p:spPr>
          </p:pic>
          <p:pic>
            <p:nvPicPr>
              <p:cNvPr id="6157" name="Picture 13" descr="color2_resize"/>
              <p:cNvPicPr>
                <a:picLocks noChangeAspect="1" noChangeArrowheads="1"/>
              </p:cNvPicPr>
              <p:nvPr/>
            </p:nvPicPr>
            <p:blipFill>
              <a:blip r:embed="rId22"/>
              <a:srcRect/>
              <a:stretch>
                <a:fillRect/>
              </a:stretch>
            </p:blipFill>
            <p:spPr bwMode="auto">
              <a:xfrm>
                <a:off x="7472363" y="5452028"/>
                <a:ext cx="962025" cy="1000125"/>
              </a:xfrm>
              <a:prstGeom prst="rect">
                <a:avLst/>
              </a:prstGeom>
              <a:noFill/>
            </p:spPr>
          </p:pic>
        </p:grpSp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76850" y="1771479"/>
              <a:ext cx="914400" cy="1057012"/>
            </a:xfrm>
            <a:prstGeom prst="rect">
              <a:avLst/>
            </a:prstGeom>
          </p:spPr>
        </p:pic>
      </p:grpSp>
      <p:pic>
        <p:nvPicPr>
          <p:cNvPr id="28" name="QR01(Unit8A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5053013" y="-191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994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0606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  <p:bldLst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200" y="99060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3600" b="1" dirty="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QUESTION MODEL 1.3</a:t>
            </a:r>
            <a:endParaRPr lang="en-US" sz="3600" b="1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2743199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DO YOU</a:t>
            </a:r>
            <a:r>
              <a:rPr lang="en-US" sz="32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	WANT </a:t>
            </a:r>
            <a:r>
              <a:rPr lang="en-US" sz="3200" b="1" dirty="0" smtClean="0">
                <a:ln/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TO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LISTEN TO MUSIC?</a:t>
            </a:r>
          </a:p>
          <a:p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YES, I</a:t>
            </a:r>
            <a:r>
              <a:rPr lang="en-US" sz="32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	WANT </a:t>
            </a:r>
            <a:r>
              <a:rPr lang="en-US" sz="3200" b="1" dirty="0">
                <a:ln/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TO</a:t>
            </a:r>
            <a:r>
              <a:rPr lang="en-US" sz="32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LISTEN TO MUSIC.</a:t>
            </a:r>
            <a:endParaRPr lang="en-US" sz="3200" b="1" dirty="0" smtClean="0">
              <a:ln/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NO, I </a:t>
            </a:r>
            <a:r>
              <a:rPr lang="en-US" sz="32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DON’T 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WANT </a:t>
            </a:r>
            <a:r>
              <a:rPr lang="en-US" sz="3200" b="1" dirty="0" smtClean="0">
                <a:ln/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TO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2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LISTEN TO MUSIC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MODEL FORMING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335568"/>
            <a:ext cx="914400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NOTE:	We can replace “want” with “like”, “need”, “have”.</a:t>
            </a:r>
            <a:endParaRPr lang="vi-VN" sz="1600" b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13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QUICK REACTION PRACTICE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170074"/>
              </p:ext>
            </p:extLst>
          </p:nvPr>
        </p:nvGraphicFramePr>
        <p:xfrm>
          <a:off x="76200" y="685800"/>
          <a:ext cx="4038601" cy="5616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143000"/>
                <a:gridCol w="2895601"/>
              </a:tblGrid>
              <a:tr h="432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Want to …/ Like to …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listen to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music, the radio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draw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flowers, animals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watch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movie, a play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make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cakes, toys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show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your</a:t>
                      </a:r>
                      <a:r>
                        <a:rPr lang="en-US" sz="18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photos, your videos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conduct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music, a class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observe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stars, the moon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bicycle, a car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pass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TOEIC, the TOEFL 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turn on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fan, the light</a:t>
                      </a: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smoke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cigar, a cigarette</a:t>
                      </a: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play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guitar, the piano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211655"/>
              </p:ext>
            </p:extLst>
          </p:nvPr>
        </p:nvGraphicFramePr>
        <p:xfrm>
          <a:off x="4343400" y="685800"/>
          <a:ext cx="4724400" cy="5616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441342"/>
                <a:gridCol w="3283058"/>
              </a:tblGrid>
              <a:tr h="432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 to … / Need to …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store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meat, rice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submit 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homework, a report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do 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housework, homework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review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vowels, the consonants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cook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lunch, dinner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clean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floor, the fan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wash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windows, the dishes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feed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cat, the dog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put on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scarf, gloves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cover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book, the notebook 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understand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grammar, vocabulary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carry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bag, a map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51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Write 20 questions and answers using Question Model 1.3</a:t>
            </a:r>
            <a:endParaRPr lang="vi-V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10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234</Words>
  <Application>Microsoft Office PowerPoint</Application>
  <PresentationFormat>On-screen Show (4:3)</PresentationFormat>
  <Paragraphs>106</Paragraphs>
  <Slides>7</Slides>
  <Notes>1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HH Tran</dc:creator>
  <cp:lastModifiedBy>TuanTran-PC</cp:lastModifiedBy>
  <cp:revision>110</cp:revision>
  <dcterms:created xsi:type="dcterms:W3CDTF">2008-12-29T12:42:37Z</dcterms:created>
  <dcterms:modified xsi:type="dcterms:W3CDTF">2017-07-08T10:13:34Z</dcterms:modified>
</cp:coreProperties>
</file>