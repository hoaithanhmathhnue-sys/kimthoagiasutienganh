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66A7E-720C-4CF8-8111-9798380EB7A7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26F2A-4612-4131-BC83-9D0C322755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34636" y="3519924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4800" b="1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PRACTICE</a:t>
            </a:r>
          </a:p>
          <a:p>
            <a:pPr algn="ctr"/>
            <a:r>
              <a:rPr lang="en-US" sz="4800" b="1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WHAT </a:t>
            </a:r>
            <a:r>
              <a:rPr lang="en-US" sz="4800" b="1" dirty="0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DO YOU BUILD?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5282625"/>
            <a:ext cx="548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(QUESTION MODEL 1.2)</a:t>
            </a:r>
            <a:endParaRPr lang="en-US" sz="3200" b="1" dirty="0">
              <a:ln>
                <a:prstDash val="solid"/>
              </a:ln>
              <a:solidFill>
                <a:srgbClr val="00B0F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438400" y="2362200"/>
            <a:ext cx="4267200" cy="1139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</a:t>
            </a:r>
            <a:r>
              <a:rPr lang="en-US" sz="6600" b="1" spc="5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3</a:t>
            </a:r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B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7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750"/>
                            </p:stCondLst>
                            <p:childTnLst>
                              <p:par>
                                <p:cTn id="2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200" y="990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3600" b="1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QUESTION MODEL 1.2</a:t>
            </a:r>
            <a:endParaRPr lang="en-US" sz="36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600" y="2743199"/>
            <a:ext cx="7620000" cy="1477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WHAT DO YOU	BUILD?</a:t>
            </a:r>
          </a:p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		I 	BUILD HOUSES.</a:t>
            </a:r>
          </a:p>
          <a:p>
            <a:endParaRPr lang="en-US" b="1" dirty="0">
              <a:ln/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MODEL </a:t>
            </a:r>
            <a:r>
              <a:rPr lang="en-US" sz="2000" b="1" i="1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FORMING REVIEW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03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QUICK REACTION 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536986"/>
              </p:ext>
            </p:extLst>
          </p:nvPr>
        </p:nvGraphicFramePr>
        <p:xfrm>
          <a:off x="228600" y="685800"/>
          <a:ext cx="4191000" cy="59436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66800"/>
                <a:gridCol w="3124200"/>
              </a:tblGrid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build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houses, bridges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lock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door, the window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turn on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radio, the TV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smoke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cigar, a cigarette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tie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bag, a box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burn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chair, the shelf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unlock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gate, the suitcase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turn off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light, the fan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break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plate, a glass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take off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my slippers, my shoes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chase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dog, a mouse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pull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chair, the desk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586882"/>
              </p:ext>
            </p:extLst>
          </p:nvPr>
        </p:nvGraphicFramePr>
        <p:xfrm>
          <a:off x="4572000" y="685800"/>
          <a:ext cx="4191000" cy="59436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66800"/>
                <a:gridCol w="3124200"/>
              </a:tblGrid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serve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coffee, tea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hit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ceiling, the wall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put on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hat, a scarf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catch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bus, a taxi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push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sofa, the table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review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lessons, my homework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beat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egg, the drum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bite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apple, a potato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shoot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bird, the goose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sign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letter, a contract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stop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music, the game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95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kick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ball, the rock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5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PAIR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" y="361638"/>
            <a:ext cx="91440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A: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Excuse me!		 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A: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What do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you 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build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? 	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A: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Do you 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build bridges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? 	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B: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Yes?			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B: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 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build houses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	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B: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No, I don’t </a:t>
            </a:r>
            <a:r>
              <a:rPr lang="en-US" u="sng" dirty="0">
                <a:latin typeface="Tahoma" pitchFamily="34" charset="0"/>
                <a:ea typeface="Tahoma" pitchFamily="34" charset="0"/>
                <a:cs typeface="Tahoma" pitchFamily="34" charset="0"/>
              </a:rPr>
              <a:t>build bridges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269310"/>
              </p:ext>
            </p:extLst>
          </p:nvPr>
        </p:nvGraphicFramePr>
        <p:xfrm>
          <a:off x="304799" y="1084164"/>
          <a:ext cx="4191000" cy="371643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66800"/>
                <a:gridCol w="3124200"/>
              </a:tblGrid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build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houses, bridges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lock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door, the window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turn on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radio, the TV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smoke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cigar, a cigarette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tie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bag, a box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burn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chair, the shelf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unlock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gate, the suitcase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turn off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light, the fan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break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plate, a glass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take off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my slippers, my shoes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chase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dog, a mouse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pull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chair, the desk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906401"/>
              </p:ext>
            </p:extLst>
          </p:nvPr>
        </p:nvGraphicFramePr>
        <p:xfrm>
          <a:off x="4648199" y="1084164"/>
          <a:ext cx="4191000" cy="371643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66800"/>
                <a:gridCol w="3124200"/>
              </a:tblGrid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serve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coffee, tea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hit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ceiling, the wall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put on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hat, a scarf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catch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bus, a taxi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push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sofa, the table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review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lessons, my homework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beat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egg, the drum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bite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apple, a potato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shoot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bird, the goose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sign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letter, a contract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stop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music, the game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kick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ball, the rock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274387"/>
              </p:ext>
            </p:extLst>
          </p:nvPr>
        </p:nvGraphicFramePr>
        <p:xfrm>
          <a:off x="304799" y="4918950"/>
          <a:ext cx="4191000" cy="17526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066800"/>
                <a:gridCol w="31242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love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animals, flowers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watch, a bracelet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wash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my coat, my dress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kitchen, the chair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carry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picture, a map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sweep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wall, the floor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113763"/>
              </p:ext>
            </p:extLst>
          </p:nvPr>
        </p:nvGraphicFramePr>
        <p:xfrm>
          <a:off x="4648200" y="4918950"/>
          <a:ext cx="4191000" cy="17526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066800"/>
                <a:gridCol w="31242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iron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my T-shirts, my ties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open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box, the windows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close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book, a notebook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rice, soup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dog, the cat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peel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tomatoes, potatoes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2500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Write 20 questions and answers using Question Model 1.2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04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396</Words>
  <Application>Microsoft Office PowerPoint</Application>
  <PresentationFormat>On-screen Show (4:3)</PresentationFormat>
  <Paragraphs>134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TuanTran-PC</cp:lastModifiedBy>
  <cp:revision>85</cp:revision>
  <dcterms:created xsi:type="dcterms:W3CDTF">2008-12-29T09:21:30Z</dcterms:created>
  <dcterms:modified xsi:type="dcterms:W3CDTF">2017-07-08T10:03:24Z</dcterms:modified>
</cp:coreProperties>
</file>