
<file path=[Content_Types].xml><?xml version="1.0" encoding="utf-8"?>
<Types xmlns="http://schemas.openxmlformats.org/package/2006/content-types">
  <Default Extension="mp3" ContentType="audio/unknown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5" r:id="rId2"/>
    <p:sldId id="268" r:id="rId3"/>
    <p:sldId id="256" r:id="rId4"/>
    <p:sldId id="257" r:id="rId5"/>
    <p:sldId id="269" r:id="rId6"/>
    <p:sldId id="266" r:id="rId7"/>
    <p:sldId id="267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965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80D68-1D61-434F-BA19-F3FAD6050338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8FEA0-BFC0-46B5-906B-B56F889353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3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8FEA0-BFC0-46B5-906B-B56F889353B9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8FEA0-BFC0-46B5-906B-B56F889353B9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8FEA0-BFC0-46B5-906B-B56F889353B9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CFCD-4819-40AC-AD78-72428B81A7B6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B4D59-8AF7-4E64-B3DC-4A15F592A1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CFCD-4819-40AC-AD78-72428B81A7B6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B4D59-8AF7-4E64-B3DC-4A15F592A1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CFCD-4819-40AC-AD78-72428B81A7B6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B4D59-8AF7-4E64-B3DC-4A15F592A1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CFCD-4819-40AC-AD78-72428B81A7B6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B4D59-8AF7-4E64-B3DC-4A15F592A1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CFCD-4819-40AC-AD78-72428B81A7B6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B4D59-8AF7-4E64-B3DC-4A15F592A1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CFCD-4819-40AC-AD78-72428B81A7B6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B4D59-8AF7-4E64-B3DC-4A15F592A1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CFCD-4819-40AC-AD78-72428B81A7B6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B4D59-8AF7-4E64-B3DC-4A15F592A1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CFCD-4819-40AC-AD78-72428B81A7B6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B4D59-8AF7-4E64-B3DC-4A15F592A1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CFCD-4819-40AC-AD78-72428B81A7B6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B4D59-8AF7-4E64-B3DC-4A15F592A1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CFCD-4819-40AC-AD78-72428B81A7B6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B4D59-8AF7-4E64-B3DC-4A15F592A1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CFCD-4819-40AC-AD78-72428B81A7B6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B4D59-8AF7-4E64-B3DC-4A15F592A1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35CFCD-4819-40AC-AD78-72428B81A7B6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B4D59-8AF7-4E64-B3DC-4A15F592A1A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13" Type="http://schemas.openxmlformats.org/officeDocument/2006/relationships/image" Target="../media/image10.jpeg"/><Relationship Id="rId18" Type="http://schemas.openxmlformats.org/officeDocument/2006/relationships/image" Target="../media/image15.jpeg"/><Relationship Id="rId26" Type="http://schemas.openxmlformats.org/officeDocument/2006/relationships/image" Target="../media/image23.jpe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18.jpeg"/><Relationship Id="rId7" Type="http://schemas.openxmlformats.org/officeDocument/2006/relationships/image" Target="../media/image4.jpeg"/><Relationship Id="rId12" Type="http://schemas.openxmlformats.org/officeDocument/2006/relationships/image" Target="../media/image9.jpeg"/><Relationship Id="rId17" Type="http://schemas.openxmlformats.org/officeDocument/2006/relationships/image" Target="../media/image14.jpeg"/><Relationship Id="rId25" Type="http://schemas.openxmlformats.org/officeDocument/2006/relationships/image" Target="../media/image22.wmf"/><Relationship Id="rId33" Type="http://schemas.openxmlformats.org/officeDocument/2006/relationships/image" Target="../media/image30.png"/><Relationship Id="rId2" Type="http://schemas.openxmlformats.org/officeDocument/2006/relationships/audio" Target="../media/media1.mp3"/><Relationship Id="rId16" Type="http://schemas.openxmlformats.org/officeDocument/2006/relationships/image" Target="../media/image13.wmf"/><Relationship Id="rId20" Type="http://schemas.openxmlformats.org/officeDocument/2006/relationships/image" Target="../media/image17.jpeg"/><Relationship Id="rId29" Type="http://schemas.openxmlformats.org/officeDocument/2006/relationships/image" Target="../media/image26.jpeg"/><Relationship Id="rId1" Type="http://schemas.microsoft.com/office/2007/relationships/media" Target="../media/media1.mp3"/><Relationship Id="rId6" Type="http://schemas.openxmlformats.org/officeDocument/2006/relationships/image" Target="../media/image3.jpeg"/><Relationship Id="rId11" Type="http://schemas.openxmlformats.org/officeDocument/2006/relationships/image" Target="../media/image8.jpeg"/><Relationship Id="rId24" Type="http://schemas.openxmlformats.org/officeDocument/2006/relationships/image" Target="../media/image21.jpeg"/><Relationship Id="rId32" Type="http://schemas.openxmlformats.org/officeDocument/2006/relationships/image" Target="../media/image29.jpeg"/><Relationship Id="rId5" Type="http://schemas.openxmlformats.org/officeDocument/2006/relationships/image" Target="../media/image2.wmf"/><Relationship Id="rId15" Type="http://schemas.openxmlformats.org/officeDocument/2006/relationships/image" Target="../media/image12.jpeg"/><Relationship Id="rId23" Type="http://schemas.openxmlformats.org/officeDocument/2006/relationships/image" Target="../media/image20.jpeg"/><Relationship Id="rId28" Type="http://schemas.openxmlformats.org/officeDocument/2006/relationships/image" Target="../media/image25.wmf"/><Relationship Id="rId10" Type="http://schemas.openxmlformats.org/officeDocument/2006/relationships/image" Target="../media/image7.jpeg"/><Relationship Id="rId19" Type="http://schemas.openxmlformats.org/officeDocument/2006/relationships/image" Target="../media/image16.jpeg"/><Relationship Id="rId31" Type="http://schemas.openxmlformats.org/officeDocument/2006/relationships/image" Target="../media/image28.jpe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6.jpeg"/><Relationship Id="rId14" Type="http://schemas.openxmlformats.org/officeDocument/2006/relationships/image" Target="../media/image11.jpeg"/><Relationship Id="rId22" Type="http://schemas.openxmlformats.org/officeDocument/2006/relationships/image" Target="../media/image19.wmf"/><Relationship Id="rId27" Type="http://schemas.openxmlformats.org/officeDocument/2006/relationships/image" Target="../media/image24.jpeg"/><Relationship Id="rId30" Type="http://schemas.openxmlformats.org/officeDocument/2006/relationships/image" Target="../media/image2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5.jpeg"/><Relationship Id="rId18" Type="http://schemas.openxmlformats.org/officeDocument/2006/relationships/image" Target="../media/image20.jpeg"/><Relationship Id="rId26" Type="http://schemas.openxmlformats.org/officeDocument/2006/relationships/image" Target="../media/image28.jpeg"/><Relationship Id="rId3" Type="http://schemas.openxmlformats.org/officeDocument/2006/relationships/image" Target="../media/image2.wmf"/><Relationship Id="rId21" Type="http://schemas.openxmlformats.org/officeDocument/2006/relationships/image" Target="../media/image23.jpeg"/><Relationship Id="rId7" Type="http://schemas.openxmlformats.org/officeDocument/2006/relationships/image" Target="../media/image7.jpeg"/><Relationship Id="rId12" Type="http://schemas.openxmlformats.org/officeDocument/2006/relationships/image" Target="../media/image13.wmf"/><Relationship Id="rId17" Type="http://schemas.openxmlformats.org/officeDocument/2006/relationships/image" Target="../media/image19.wmf"/><Relationship Id="rId25" Type="http://schemas.openxmlformats.org/officeDocument/2006/relationships/image" Target="../media/image27.jpe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jpeg"/><Relationship Id="rId20" Type="http://schemas.openxmlformats.org/officeDocument/2006/relationships/image" Target="../media/image22.wmf"/><Relationship Id="rId29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2.jpeg"/><Relationship Id="rId24" Type="http://schemas.openxmlformats.org/officeDocument/2006/relationships/image" Target="../media/image26.jpeg"/><Relationship Id="rId5" Type="http://schemas.openxmlformats.org/officeDocument/2006/relationships/image" Target="../media/image4.jpeg"/><Relationship Id="rId15" Type="http://schemas.openxmlformats.org/officeDocument/2006/relationships/image" Target="../media/image17.jpeg"/><Relationship Id="rId23" Type="http://schemas.openxmlformats.org/officeDocument/2006/relationships/image" Target="../media/image25.wmf"/><Relationship Id="rId28" Type="http://schemas.openxmlformats.org/officeDocument/2006/relationships/image" Target="../media/image10.jpeg"/><Relationship Id="rId10" Type="http://schemas.openxmlformats.org/officeDocument/2006/relationships/image" Target="../media/image11.jpeg"/><Relationship Id="rId19" Type="http://schemas.openxmlformats.org/officeDocument/2006/relationships/image" Target="../media/image21.jpeg"/><Relationship Id="rId4" Type="http://schemas.openxmlformats.org/officeDocument/2006/relationships/image" Target="../media/image3.jpeg"/><Relationship Id="rId9" Type="http://schemas.openxmlformats.org/officeDocument/2006/relationships/image" Target="../media/image9.jpeg"/><Relationship Id="rId14" Type="http://schemas.openxmlformats.org/officeDocument/2006/relationships/image" Target="../media/image16.jpeg"/><Relationship Id="rId22" Type="http://schemas.openxmlformats.org/officeDocument/2006/relationships/image" Target="../media/image24.jpeg"/><Relationship Id="rId27" Type="http://schemas.openxmlformats.org/officeDocument/2006/relationships/image" Target="../media/image6.jpeg"/><Relationship Id="rId30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7.jpeg"/><Relationship Id="rId18" Type="http://schemas.openxmlformats.org/officeDocument/2006/relationships/image" Target="../media/image22.wmf"/><Relationship Id="rId26" Type="http://schemas.openxmlformats.org/officeDocument/2006/relationships/image" Target="../media/image10.jpe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25.wmf"/><Relationship Id="rId7" Type="http://schemas.openxmlformats.org/officeDocument/2006/relationships/image" Target="../media/image8.jpeg"/><Relationship Id="rId12" Type="http://schemas.openxmlformats.org/officeDocument/2006/relationships/image" Target="../media/image16.jpeg"/><Relationship Id="rId17" Type="http://schemas.openxmlformats.org/officeDocument/2006/relationships/image" Target="../media/image21.jpeg"/><Relationship Id="rId25" Type="http://schemas.openxmlformats.org/officeDocument/2006/relationships/image" Target="../media/image6.jpeg"/><Relationship Id="rId33" Type="http://schemas.openxmlformats.org/officeDocument/2006/relationships/image" Target="../media/image30.png"/><Relationship Id="rId2" Type="http://schemas.openxmlformats.org/officeDocument/2006/relationships/audio" Target="../media/media1.mp3"/><Relationship Id="rId16" Type="http://schemas.openxmlformats.org/officeDocument/2006/relationships/image" Target="../media/image20.jpeg"/><Relationship Id="rId20" Type="http://schemas.openxmlformats.org/officeDocument/2006/relationships/image" Target="../media/image24.jpeg"/><Relationship Id="rId29" Type="http://schemas.openxmlformats.org/officeDocument/2006/relationships/image" Target="../media/image7.jpeg"/><Relationship Id="rId1" Type="http://schemas.microsoft.com/office/2007/relationships/media" Target="../media/media1.mp3"/><Relationship Id="rId6" Type="http://schemas.openxmlformats.org/officeDocument/2006/relationships/image" Target="../media/image4.jpeg"/><Relationship Id="rId11" Type="http://schemas.openxmlformats.org/officeDocument/2006/relationships/image" Target="../media/image15.jpeg"/><Relationship Id="rId24" Type="http://schemas.openxmlformats.org/officeDocument/2006/relationships/image" Target="../media/image28.jpeg"/><Relationship Id="rId32" Type="http://schemas.openxmlformats.org/officeDocument/2006/relationships/image" Target="../media/image29.jpeg"/><Relationship Id="rId5" Type="http://schemas.openxmlformats.org/officeDocument/2006/relationships/image" Target="../media/image2.wmf"/><Relationship Id="rId15" Type="http://schemas.openxmlformats.org/officeDocument/2006/relationships/image" Target="../media/image19.wmf"/><Relationship Id="rId23" Type="http://schemas.openxmlformats.org/officeDocument/2006/relationships/image" Target="../media/image27.jpeg"/><Relationship Id="rId28" Type="http://schemas.openxmlformats.org/officeDocument/2006/relationships/image" Target="../media/image3.jpeg"/><Relationship Id="rId10" Type="http://schemas.openxmlformats.org/officeDocument/2006/relationships/image" Target="../media/image13.wmf"/><Relationship Id="rId19" Type="http://schemas.openxmlformats.org/officeDocument/2006/relationships/image" Target="../media/image23.jpeg"/><Relationship Id="rId31" Type="http://schemas.openxmlformats.org/officeDocument/2006/relationships/image" Target="../media/image9.jpe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12.jpeg"/><Relationship Id="rId14" Type="http://schemas.openxmlformats.org/officeDocument/2006/relationships/image" Target="../media/image18.jpeg"/><Relationship Id="rId22" Type="http://schemas.openxmlformats.org/officeDocument/2006/relationships/image" Target="../media/image26.jpeg"/><Relationship Id="rId27" Type="http://schemas.openxmlformats.org/officeDocument/2006/relationships/image" Target="../media/image14.jpeg"/><Relationship Id="rId30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8400" y="2504126"/>
            <a:ext cx="4267200" cy="1139826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6600" b="1" spc="5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UNIT 7A</a:t>
            </a:r>
            <a:endParaRPr lang="en-US" sz="6600" b="1" spc="50" dirty="0">
              <a:ln w="11430"/>
              <a:solidFill>
                <a:schemeClr val="accent6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643952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6000" b="1" dirty="0" smtClean="0">
                <a:ln>
                  <a:prstDash val="solid"/>
                </a:ln>
                <a:solidFill>
                  <a:srgbClr val="00B0F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WHAT? </a:t>
            </a:r>
            <a:r>
              <a:rPr lang="en-US" sz="6000" b="1" dirty="0" smtClean="0">
                <a:ln>
                  <a:prstDash val="solid"/>
                </a:ln>
                <a:solidFill>
                  <a:srgbClr val="FF000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THE</a:t>
            </a:r>
            <a:r>
              <a:rPr lang="en-US" sz="6000" b="1" dirty="0" smtClean="0">
                <a:ln>
                  <a:prstDash val="solid"/>
                </a:ln>
                <a:solidFill>
                  <a:srgbClr val="00B0F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6000" b="1" dirty="0" smtClean="0">
                <a:ln>
                  <a:prstDash val="solid"/>
                </a:ln>
                <a:solidFill>
                  <a:srgbClr val="FF000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SHOP</a:t>
            </a:r>
            <a:endParaRPr lang="en-US" sz="6000" b="1" dirty="0">
              <a:ln>
                <a:prstDash val="solid"/>
              </a:ln>
              <a:solidFill>
                <a:srgbClr val="FF0000"/>
              </a:soli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0"/>
            <a:ext cx="2895600" cy="231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5202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PRONUNCIATION – CONFUSING VOWEL SOUNDS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13648" y="1141863"/>
            <a:ext cx="9144000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ɪ</a:t>
            </a:r>
            <a:r>
              <a:rPr lang="vi-VN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	</a:t>
            </a:r>
            <a:r>
              <a:rPr lang="vi-VN" b="1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				iː</a:t>
            </a:r>
            <a:endParaRPr lang="vi-VN" dirty="0" smtClean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slip					sleep</a:t>
            </a:r>
          </a:p>
          <a:p>
            <a:pPr>
              <a:lnSpc>
                <a:spcPct val="150000"/>
              </a:lnSpc>
            </a:pP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ship					sheep</a:t>
            </a:r>
          </a:p>
          <a:p>
            <a:pPr>
              <a:lnSpc>
                <a:spcPct val="150000"/>
              </a:lnSpc>
            </a:pP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fit					feet</a:t>
            </a:r>
          </a:p>
          <a:p>
            <a:pPr>
              <a:lnSpc>
                <a:spcPct val="150000"/>
              </a:lnSpc>
            </a:pP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gin					jean</a:t>
            </a:r>
          </a:p>
          <a:p>
            <a:pPr>
              <a:lnSpc>
                <a:spcPct val="150000"/>
              </a:lnSpc>
            </a:pPr>
            <a:endParaRPr lang="vi-VN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1200150" lvl="2" indent="-285750">
              <a:lnSpc>
                <a:spcPct val="150000"/>
              </a:lnSpc>
              <a:buFont typeface="Symbol" pitchFamily="18" charset="2"/>
              <a:buChar char=""/>
            </a:pPr>
            <a:r>
              <a:rPr lang="vi-VN" b="1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Rick sits in his seat and speaks to the teacher.</a:t>
            </a:r>
            <a:endParaRPr lang="vi-VN" b="1" i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			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32922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751863"/>
              </p:ext>
            </p:extLst>
          </p:nvPr>
        </p:nvGraphicFramePr>
        <p:xfrm>
          <a:off x="381000" y="457201"/>
          <a:ext cx="8382000" cy="6374152"/>
        </p:xfrm>
        <a:graphic>
          <a:graphicData uri="http://schemas.openxmlformats.org/drawingml/2006/table">
            <a:tbl>
              <a:tblPr/>
              <a:tblGrid>
                <a:gridCol w="2095500"/>
                <a:gridCol w="2095500"/>
                <a:gridCol w="2095500"/>
                <a:gridCol w="2095500"/>
              </a:tblGrid>
              <a:tr h="107294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TOY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</a:t>
                      </a: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DRUM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DRESS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SHOES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41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DOLL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GUITAR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COAT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GLOVES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41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BELL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PIANO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TIE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GLASSES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41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SOFA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SHIRT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SCARF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CLOTHES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41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FLOWER </a:t>
                      </a: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T-SHIRT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TROUSERS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BRACELET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41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FLOWER </a:t>
                      </a: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VASE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BLOUSE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JEANS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NECKLACE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 smtClean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8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MONEY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SKIRT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SLIPPERS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RING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1142999" y="623178"/>
            <a:ext cx="7667625" cy="6182752"/>
            <a:chOff x="1142999" y="304800"/>
            <a:chExt cx="7667625" cy="6324600"/>
          </a:xfrm>
        </p:grpSpPr>
        <p:pic>
          <p:nvPicPr>
            <p:cNvPr id="1026" name="Picture 2" descr="BEACH"/>
            <p:cNvPicPr>
              <a:picLocks noChangeAspect="1" noChangeArrowheads="1"/>
            </p:cNvPicPr>
            <p:nvPr/>
          </p:nvPicPr>
          <p:blipFill>
            <a:blip r:embed="rId5"/>
            <a:srcRect l="13676" t="21947"/>
            <a:stretch>
              <a:fillRect/>
            </a:stretch>
          </p:blipFill>
          <p:spPr bwMode="auto">
            <a:xfrm>
              <a:off x="5757442" y="6019801"/>
              <a:ext cx="871958" cy="609599"/>
            </a:xfrm>
            <a:prstGeom prst="rect">
              <a:avLst/>
            </a:prstGeom>
            <a:noFill/>
          </p:spPr>
        </p:pic>
        <p:pic>
          <p:nvPicPr>
            <p:cNvPr id="1052" name="Picture 28" descr="toy_resize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479784" y="304800"/>
              <a:ext cx="730015" cy="923925"/>
            </a:xfrm>
            <a:prstGeom prst="rect">
              <a:avLst/>
            </a:prstGeom>
            <a:noFill/>
          </p:spPr>
        </p:pic>
        <p:pic>
          <p:nvPicPr>
            <p:cNvPr id="1051" name="Picture 27" descr="drum_resize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3815480" y="323850"/>
              <a:ext cx="596900" cy="895350"/>
            </a:xfrm>
            <a:prstGeom prst="rect">
              <a:avLst/>
            </a:prstGeom>
            <a:noFill/>
          </p:spPr>
        </p:pic>
        <p:pic>
          <p:nvPicPr>
            <p:cNvPr id="1050" name="Picture 26" descr="dress_resize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5884924" y="304801"/>
              <a:ext cx="582551" cy="895350"/>
            </a:xfrm>
            <a:prstGeom prst="rect">
              <a:avLst/>
            </a:prstGeom>
            <a:noFill/>
          </p:spPr>
        </p:pic>
        <p:pic>
          <p:nvPicPr>
            <p:cNvPr id="1049" name="Picture 25" descr="shoes_resize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7772399" y="381000"/>
              <a:ext cx="923925" cy="874531"/>
            </a:xfrm>
            <a:prstGeom prst="rect">
              <a:avLst/>
            </a:prstGeom>
            <a:noFill/>
          </p:spPr>
        </p:pic>
        <p:pic>
          <p:nvPicPr>
            <p:cNvPr id="1048" name="Picture 24" descr="DOLL2_resize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1523999" y="1371599"/>
              <a:ext cx="704850" cy="833005"/>
            </a:xfrm>
            <a:prstGeom prst="rect">
              <a:avLst/>
            </a:prstGeom>
            <a:noFill/>
          </p:spPr>
        </p:pic>
        <p:pic>
          <p:nvPicPr>
            <p:cNvPr id="1047" name="Picture 23" descr="guitar_resize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3586880" y="1371600"/>
              <a:ext cx="908920" cy="771525"/>
            </a:xfrm>
            <a:prstGeom prst="rect">
              <a:avLst/>
            </a:prstGeom>
            <a:noFill/>
          </p:spPr>
        </p:pic>
        <p:pic>
          <p:nvPicPr>
            <p:cNvPr id="1046" name="Picture 22" descr="coat_resize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5880529" y="1371600"/>
              <a:ext cx="548846" cy="781050"/>
            </a:xfrm>
            <a:prstGeom prst="rect">
              <a:avLst/>
            </a:prstGeom>
            <a:noFill/>
          </p:spPr>
        </p:pic>
        <p:pic>
          <p:nvPicPr>
            <p:cNvPr id="1045" name="Picture 21" descr="GLOVE1_resize"/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7848599" y="1371600"/>
              <a:ext cx="876300" cy="781050"/>
            </a:xfrm>
            <a:prstGeom prst="rect">
              <a:avLst/>
            </a:prstGeom>
            <a:noFill/>
          </p:spPr>
        </p:pic>
        <p:pic>
          <p:nvPicPr>
            <p:cNvPr id="1044" name="Picture 20" descr="bell_resize"/>
            <p:cNvPicPr>
              <a:picLocks noChangeAspect="1" noChangeArrowheads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1434921" y="2286000"/>
              <a:ext cx="879654" cy="752475"/>
            </a:xfrm>
            <a:prstGeom prst="rect">
              <a:avLst/>
            </a:prstGeom>
            <a:noFill/>
          </p:spPr>
        </p:pic>
        <p:pic>
          <p:nvPicPr>
            <p:cNvPr id="1043" name="Picture 19" descr="piano_resize"/>
            <p:cNvPicPr>
              <a:picLocks noChangeAspect="1" noChangeArrowheads="1"/>
            </p:cNvPicPr>
            <p:nvPr/>
          </p:nvPicPr>
          <p:blipFill>
            <a:blip r:embed="rId15"/>
            <a:srcRect/>
            <a:stretch>
              <a:fillRect/>
            </a:stretch>
          </p:blipFill>
          <p:spPr bwMode="auto">
            <a:xfrm>
              <a:off x="3586880" y="2309599"/>
              <a:ext cx="762000" cy="757451"/>
            </a:xfrm>
            <a:prstGeom prst="rect">
              <a:avLst/>
            </a:prstGeom>
            <a:noFill/>
          </p:spPr>
        </p:pic>
        <p:pic>
          <p:nvPicPr>
            <p:cNvPr id="1042" name="Picture 18" descr="TIENECK1"/>
            <p:cNvPicPr>
              <a:picLocks noChangeAspect="1" noChangeArrowheads="1"/>
            </p:cNvPicPr>
            <p:nvPr/>
          </p:nvPicPr>
          <p:blipFill>
            <a:blip r:embed="rId16"/>
            <a:srcRect l="30614"/>
            <a:stretch>
              <a:fillRect/>
            </a:stretch>
          </p:blipFill>
          <p:spPr bwMode="auto">
            <a:xfrm>
              <a:off x="6009513" y="2362201"/>
              <a:ext cx="493775" cy="685799"/>
            </a:xfrm>
            <a:prstGeom prst="rect">
              <a:avLst/>
            </a:prstGeom>
            <a:noFill/>
          </p:spPr>
        </p:pic>
        <p:pic>
          <p:nvPicPr>
            <p:cNvPr id="1041" name="Picture 17" descr="pair of glasses_resize"/>
            <p:cNvPicPr>
              <a:picLocks noChangeAspect="1" noChangeArrowheads="1"/>
            </p:cNvPicPr>
            <p:nvPr/>
          </p:nvPicPr>
          <p:blipFill>
            <a:blip r:embed="rId17"/>
            <a:srcRect/>
            <a:stretch>
              <a:fillRect/>
            </a:stretch>
          </p:blipFill>
          <p:spPr bwMode="auto">
            <a:xfrm>
              <a:off x="7848599" y="2438400"/>
              <a:ext cx="857250" cy="563017"/>
            </a:xfrm>
            <a:prstGeom prst="rect">
              <a:avLst/>
            </a:prstGeom>
            <a:noFill/>
          </p:spPr>
        </p:pic>
        <p:pic>
          <p:nvPicPr>
            <p:cNvPr id="1040" name="Picture 16" descr="sofa2_resize"/>
            <p:cNvPicPr>
              <a:picLocks noChangeAspect="1" noChangeArrowheads="1"/>
            </p:cNvPicPr>
            <p:nvPr/>
          </p:nvPicPr>
          <p:blipFill>
            <a:blip r:embed="rId18"/>
            <a:srcRect/>
            <a:stretch>
              <a:fillRect/>
            </a:stretch>
          </p:blipFill>
          <p:spPr bwMode="auto">
            <a:xfrm>
              <a:off x="1142999" y="3200400"/>
              <a:ext cx="1133475" cy="828675"/>
            </a:xfrm>
            <a:prstGeom prst="rect">
              <a:avLst/>
            </a:prstGeom>
            <a:noFill/>
          </p:spPr>
        </p:pic>
        <p:pic>
          <p:nvPicPr>
            <p:cNvPr id="1039" name="Picture 15" descr="SHIRT1_resize"/>
            <p:cNvPicPr>
              <a:picLocks noChangeAspect="1" noChangeArrowheads="1"/>
            </p:cNvPicPr>
            <p:nvPr/>
          </p:nvPicPr>
          <p:blipFill>
            <a:blip r:embed="rId19"/>
            <a:srcRect/>
            <a:stretch>
              <a:fillRect/>
            </a:stretch>
          </p:blipFill>
          <p:spPr bwMode="auto">
            <a:xfrm>
              <a:off x="3524078" y="3171825"/>
              <a:ext cx="929577" cy="790575"/>
            </a:xfrm>
            <a:prstGeom prst="rect">
              <a:avLst/>
            </a:prstGeom>
            <a:noFill/>
          </p:spPr>
        </p:pic>
        <p:pic>
          <p:nvPicPr>
            <p:cNvPr id="1038" name="Picture 14" descr="WSHOP046_resize"/>
            <p:cNvPicPr>
              <a:picLocks noChangeAspect="1" noChangeArrowheads="1"/>
            </p:cNvPicPr>
            <p:nvPr/>
          </p:nvPicPr>
          <p:blipFill>
            <a:blip r:embed="rId20"/>
            <a:srcRect l="-6944" b="33127"/>
            <a:stretch>
              <a:fillRect/>
            </a:stretch>
          </p:blipFill>
          <p:spPr bwMode="auto">
            <a:xfrm>
              <a:off x="5934075" y="3200400"/>
              <a:ext cx="609600" cy="782595"/>
            </a:xfrm>
            <a:prstGeom prst="rect">
              <a:avLst/>
            </a:prstGeom>
            <a:noFill/>
          </p:spPr>
        </p:pic>
        <p:pic>
          <p:nvPicPr>
            <p:cNvPr id="1037" name="Picture 13" descr="cold4_resize"/>
            <p:cNvPicPr>
              <a:picLocks noChangeAspect="1" noChangeArrowheads="1"/>
            </p:cNvPicPr>
            <p:nvPr/>
          </p:nvPicPr>
          <p:blipFill>
            <a:blip r:embed="rId21"/>
            <a:srcRect/>
            <a:stretch>
              <a:fillRect/>
            </a:stretch>
          </p:blipFill>
          <p:spPr bwMode="auto">
            <a:xfrm>
              <a:off x="8000999" y="3222171"/>
              <a:ext cx="609600" cy="816429"/>
            </a:xfrm>
            <a:prstGeom prst="rect">
              <a:avLst/>
            </a:prstGeom>
            <a:noFill/>
          </p:spPr>
        </p:pic>
        <p:pic>
          <p:nvPicPr>
            <p:cNvPr id="1036" name="Picture 12" descr="NARCISS1"/>
            <p:cNvPicPr>
              <a:picLocks noChangeAspect="1" noChangeArrowheads="1"/>
            </p:cNvPicPr>
            <p:nvPr/>
          </p:nvPicPr>
          <p:blipFill>
            <a:blip r:embed="rId22"/>
            <a:srcRect/>
            <a:stretch>
              <a:fillRect/>
            </a:stretch>
          </p:blipFill>
          <p:spPr bwMode="auto">
            <a:xfrm>
              <a:off x="1676399" y="4038600"/>
              <a:ext cx="533400" cy="866775"/>
            </a:xfrm>
            <a:prstGeom prst="rect">
              <a:avLst/>
            </a:prstGeom>
            <a:noFill/>
          </p:spPr>
        </p:pic>
        <p:pic>
          <p:nvPicPr>
            <p:cNvPr id="1034" name="Picture 10" descr="trousers_resize"/>
            <p:cNvPicPr>
              <a:picLocks noChangeAspect="1" noChangeArrowheads="1"/>
            </p:cNvPicPr>
            <p:nvPr/>
          </p:nvPicPr>
          <p:blipFill>
            <a:blip r:embed="rId23" cstate="print"/>
            <a:srcRect/>
            <a:stretch>
              <a:fillRect/>
            </a:stretch>
          </p:blipFill>
          <p:spPr bwMode="auto">
            <a:xfrm>
              <a:off x="6162675" y="4076700"/>
              <a:ext cx="342900" cy="876300"/>
            </a:xfrm>
            <a:prstGeom prst="rect">
              <a:avLst/>
            </a:prstGeom>
            <a:noFill/>
          </p:spPr>
        </p:pic>
        <p:pic>
          <p:nvPicPr>
            <p:cNvPr id="1033" name="Picture 9" descr="pretty_resize"/>
            <p:cNvPicPr>
              <a:picLocks noChangeAspect="1" noChangeArrowheads="1"/>
            </p:cNvPicPr>
            <p:nvPr/>
          </p:nvPicPr>
          <p:blipFill>
            <a:blip r:embed="rId24"/>
            <a:srcRect l="6737" t="24120" r="49658" b="31934"/>
            <a:stretch>
              <a:fillRect/>
            </a:stretch>
          </p:blipFill>
          <p:spPr bwMode="auto">
            <a:xfrm>
              <a:off x="7974451" y="4114800"/>
              <a:ext cx="636148" cy="819150"/>
            </a:xfrm>
            <a:prstGeom prst="rect">
              <a:avLst/>
            </a:prstGeom>
            <a:noFill/>
          </p:spPr>
        </p:pic>
        <p:pic>
          <p:nvPicPr>
            <p:cNvPr id="1032" name="Picture 8" descr="FLOWR089"/>
            <p:cNvPicPr>
              <a:picLocks noChangeAspect="1" noChangeArrowheads="1"/>
            </p:cNvPicPr>
            <p:nvPr/>
          </p:nvPicPr>
          <p:blipFill>
            <a:blip r:embed="rId25"/>
            <a:srcRect/>
            <a:stretch>
              <a:fillRect/>
            </a:stretch>
          </p:blipFill>
          <p:spPr bwMode="auto">
            <a:xfrm>
              <a:off x="1828799" y="5000625"/>
              <a:ext cx="504825" cy="866775"/>
            </a:xfrm>
            <a:prstGeom prst="rect">
              <a:avLst/>
            </a:prstGeom>
            <a:noFill/>
          </p:spPr>
        </p:pic>
        <p:pic>
          <p:nvPicPr>
            <p:cNvPr id="1031" name="Picture 7" descr="blouse_resize"/>
            <p:cNvPicPr>
              <a:picLocks noChangeAspect="1" noChangeArrowheads="1"/>
            </p:cNvPicPr>
            <p:nvPr/>
          </p:nvPicPr>
          <p:blipFill>
            <a:blip r:embed="rId26" cstate="print"/>
            <a:srcRect l="10854" r="5946" b="55243"/>
            <a:stretch>
              <a:fillRect/>
            </a:stretch>
          </p:blipFill>
          <p:spPr bwMode="auto">
            <a:xfrm>
              <a:off x="3891680" y="5029200"/>
              <a:ext cx="514350" cy="746637"/>
            </a:xfrm>
            <a:prstGeom prst="rect">
              <a:avLst/>
            </a:prstGeom>
            <a:noFill/>
          </p:spPr>
        </p:pic>
        <p:pic>
          <p:nvPicPr>
            <p:cNvPr id="1030" name="Picture 6" descr="jeans_resize"/>
            <p:cNvPicPr>
              <a:picLocks noChangeAspect="1" noChangeArrowheads="1"/>
            </p:cNvPicPr>
            <p:nvPr/>
          </p:nvPicPr>
          <p:blipFill>
            <a:blip r:embed="rId27"/>
            <a:srcRect/>
            <a:stretch>
              <a:fillRect/>
            </a:stretch>
          </p:blipFill>
          <p:spPr bwMode="auto">
            <a:xfrm>
              <a:off x="6086475" y="5010150"/>
              <a:ext cx="371475" cy="857250"/>
            </a:xfrm>
            <a:prstGeom prst="rect">
              <a:avLst/>
            </a:prstGeom>
            <a:noFill/>
          </p:spPr>
        </p:pic>
        <p:pic>
          <p:nvPicPr>
            <p:cNvPr id="1029" name="Picture 5" descr="BEADS1"/>
            <p:cNvPicPr>
              <a:picLocks noChangeAspect="1" noChangeArrowheads="1"/>
            </p:cNvPicPr>
            <p:nvPr/>
          </p:nvPicPr>
          <p:blipFill>
            <a:blip r:embed="rId28"/>
            <a:srcRect l="33902"/>
            <a:stretch>
              <a:fillRect/>
            </a:stretch>
          </p:blipFill>
          <p:spPr bwMode="auto">
            <a:xfrm>
              <a:off x="8000999" y="4953000"/>
              <a:ext cx="809625" cy="876300"/>
            </a:xfrm>
            <a:prstGeom prst="rect">
              <a:avLst/>
            </a:prstGeom>
            <a:noFill/>
          </p:spPr>
        </p:pic>
        <p:pic>
          <p:nvPicPr>
            <p:cNvPr id="1028" name="Picture 4" descr="millionaire_resize"/>
            <p:cNvPicPr>
              <a:picLocks noChangeAspect="1" noChangeArrowheads="1"/>
            </p:cNvPicPr>
            <p:nvPr/>
          </p:nvPicPr>
          <p:blipFill>
            <a:blip r:embed="rId29"/>
            <a:srcRect/>
            <a:stretch>
              <a:fillRect/>
            </a:stretch>
          </p:blipFill>
          <p:spPr bwMode="auto">
            <a:xfrm>
              <a:off x="1676399" y="6017483"/>
              <a:ext cx="559035" cy="611917"/>
            </a:xfrm>
            <a:prstGeom prst="rect">
              <a:avLst/>
            </a:prstGeom>
            <a:noFill/>
          </p:spPr>
        </p:pic>
        <p:pic>
          <p:nvPicPr>
            <p:cNvPr id="1027" name="Picture 3" descr="SKIRTPLT_resize"/>
            <p:cNvPicPr>
              <a:picLocks noChangeAspect="1" noChangeArrowheads="1"/>
            </p:cNvPicPr>
            <p:nvPr/>
          </p:nvPicPr>
          <p:blipFill>
            <a:blip r:embed="rId30"/>
            <a:srcRect/>
            <a:stretch>
              <a:fillRect/>
            </a:stretch>
          </p:blipFill>
          <p:spPr bwMode="auto">
            <a:xfrm>
              <a:off x="3663080" y="5943599"/>
              <a:ext cx="773643" cy="632981"/>
            </a:xfrm>
            <a:prstGeom prst="rect">
              <a:avLst/>
            </a:prstGeom>
            <a:noFill/>
          </p:spPr>
        </p:pic>
        <p:pic>
          <p:nvPicPr>
            <p:cNvPr id="1025" name="Picture 1" descr="LVR002D"/>
            <p:cNvPicPr>
              <a:picLocks noChangeAspect="1" noChangeArrowheads="1"/>
            </p:cNvPicPr>
            <p:nvPr/>
          </p:nvPicPr>
          <p:blipFill>
            <a:blip r:embed="rId31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7772399" y="5943600"/>
              <a:ext cx="793214" cy="685800"/>
            </a:xfrm>
            <a:prstGeom prst="rect">
              <a:avLst/>
            </a:prstGeom>
            <a:noFill/>
          </p:spPr>
        </p:pic>
      </p:grpSp>
      <p:sp>
        <p:nvSpPr>
          <p:cNvPr id="33" name="TextBox 32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– NOUNS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9267" y="4363971"/>
            <a:ext cx="766763" cy="766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QR01(Unit5A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33"/>
          <a:stretch>
            <a:fillRect/>
          </a:stretch>
        </p:blipFill>
        <p:spPr>
          <a:xfrm>
            <a:off x="4267200" y="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3066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863658"/>
              </p:ext>
            </p:extLst>
          </p:nvPr>
        </p:nvGraphicFramePr>
        <p:xfrm>
          <a:off x="432515" y="533401"/>
          <a:ext cx="8381999" cy="6108877"/>
        </p:xfrm>
        <a:graphic>
          <a:graphicData uri="http://schemas.openxmlformats.org/drawingml/2006/table">
            <a:tbl>
              <a:tblPr/>
              <a:tblGrid>
                <a:gridCol w="2008862"/>
                <a:gridCol w="1724658"/>
                <a:gridCol w="2292255"/>
                <a:gridCol w="2356224"/>
              </a:tblGrid>
              <a:tr h="104659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</a:t>
                      </a: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15</a:t>
                      </a: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215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34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</a:t>
                      </a: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17</a:t>
                      </a: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24</a:t>
                      </a: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215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215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215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017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- PICTURES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14375" y="609600"/>
            <a:ext cx="7296150" cy="6019800"/>
            <a:chOff x="714375" y="609600"/>
            <a:chExt cx="7296150" cy="6019800"/>
          </a:xfrm>
        </p:grpSpPr>
        <p:grpSp>
          <p:nvGrpSpPr>
            <p:cNvPr id="2" name="Group 1"/>
            <p:cNvGrpSpPr/>
            <p:nvPr/>
          </p:nvGrpSpPr>
          <p:grpSpPr>
            <a:xfrm>
              <a:off x="714375" y="609600"/>
              <a:ext cx="7296150" cy="6019800"/>
              <a:chOff x="714375" y="609600"/>
              <a:chExt cx="7296150" cy="6019800"/>
            </a:xfrm>
          </p:grpSpPr>
          <p:pic>
            <p:nvPicPr>
              <p:cNvPr id="1026" name="Picture 2" descr="BEACH"/>
              <p:cNvPicPr>
                <a:picLocks noChangeAspect="1" noChangeArrowheads="1"/>
              </p:cNvPicPr>
              <p:nvPr/>
            </p:nvPicPr>
            <p:blipFill>
              <a:blip r:embed="rId3"/>
              <a:srcRect l="13676" t="21947"/>
              <a:stretch>
                <a:fillRect/>
              </a:stretch>
            </p:blipFill>
            <p:spPr bwMode="auto">
              <a:xfrm>
                <a:off x="4876800" y="6049179"/>
                <a:ext cx="871958" cy="580221"/>
              </a:xfrm>
              <a:prstGeom prst="rect">
                <a:avLst/>
              </a:prstGeom>
              <a:noFill/>
            </p:spPr>
          </p:pic>
          <p:pic>
            <p:nvPicPr>
              <p:cNvPr id="1052" name="Picture 28" descr="toy_resize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916105" y="609600"/>
                <a:ext cx="730015" cy="879398"/>
              </a:xfrm>
              <a:prstGeom prst="rect">
                <a:avLst/>
              </a:prstGeom>
              <a:noFill/>
            </p:spPr>
          </p:pic>
          <p:pic>
            <p:nvPicPr>
              <p:cNvPr id="1051" name="Picture 27" descr="drum_resize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2985738" y="627732"/>
                <a:ext cx="596900" cy="852201"/>
              </a:xfrm>
              <a:prstGeom prst="rect">
                <a:avLst/>
              </a:prstGeom>
              <a:noFill/>
            </p:spPr>
          </p:pic>
          <p:pic>
            <p:nvPicPr>
              <p:cNvPr id="1050" name="Picture 26" descr="dress_resize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5021504" y="621858"/>
                <a:ext cx="582551" cy="852201"/>
              </a:xfrm>
              <a:prstGeom prst="rect">
                <a:avLst/>
              </a:prstGeom>
              <a:noFill/>
            </p:spPr>
          </p:pic>
          <p:pic>
            <p:nvPicPr>
              <p:cNvPr id="1048" name="Picture 24" descr="DOLL2_resize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928687" y="1624987"/>
                <a:ext cx="704850" cy="792860"/>
              </a:xfrm>
              <a:prstGeom prst="rect">
                <a:avLst/>
              </a:prstGeom>
              <a:noFill/>
            </p:spPr>
          </p:pic>
          <p:pic>
            <p:nvPicPr>
              <p:cNvPr id="1047" name="Picture 23" descr="guitar_resize"/>
              <p:cNvPicPr>
                <a:picLocks noChangeAspect="1"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2829728" y="1624988"/>
                <a:ext cx="908920" cy="734343"/>
              </a:xfrm>
              <a:prstGeom prst="rect">
                <a:avLst/>
              </a:prstGeom>
              <a:noFill/>
            </p:spPr>
          </p:pic>
          <p:pic>
            <p:nvPicPr>
              <p:cNvPr id="1046" name="Picture 22" descr="coat_resize"/>
              <p:cNvPicPr>
                <a:picLocks noChangeAspect="1" noChangeArrowheads="1"/>
              </p:cNvPicPr>
              <p:nvPr/>
            </p:nvPicPr>
            <p:blipFill>
              <a:blip r:embed="rId9"/>
              <a:srcRect/>
              <a:stretch>
                <a:fillRect/>
              </a:stretch>
            </p:blipFill>
            <p:spPr bwMode="auto">
              <a:xfrm>
                <a:off x="5038356" y="1637245"/>
                <a:ext cx="548846" cy="743409"/>
              </a:xfrm>
              <a:prstGeom prst="rect">
                <a:avLst/>
              </a:prstGeom>
              <a:noFill/>
            </p:spPr>
          </p:pic>
          <p:pic>
            <p:nvPicPr>
              <p:cNvPr id="1044" name="Picture 20" descr="bell_resize"/>
              <p:cNvPicPr>
                <a:picLocks noChangeAspect="1" noChangeArrowheads="1"/>
              </p:cNvPicPr>
              <p:nvPr/>
            </p:nvPicPr>
            <p:blipFill>
              <a:blip r:embed="rId10"/>
              <a:srcRect/>
              <a:stretch>
                <a:fillRect/>
              </a:stretch>
            </p:blipFill>
            <p:spPr bwMode="auto">
              <a:xfrm>
                <a:off x="841285" y="2495320"/>
                <a:ext cx="879654" cy="716211"/>
              </a:xfrm>
              <a:prstGeom prst="rect">
                <a:avLst/>
              </a:prstGeom>
              <a:noFill/>
            </p:spPr>
          </p:pic>
          <p:pic>
            <p:nvPicPr>
              <p:cNvPr id="1043" name="Picture 19" descr="piano_resize"/>
              <p:cNvPicPr>
                <a:picLocks noChangeAspect="1" noChangeArrowheads="1"/>
              </p:cNvPicPr>
              <p:nvPr/>
            </p:nvPicPr>
            <p:blipFill>
              <a:blip r:embed="rId11"/>
              <a:srcRect/>
              <a:stretch>
                <a:fillRect/>
              </a:stretch>
            </p:blipFill>
            <p:spPr bwMode="auto">
              <a:xfrm>
                <a:off x="2903188" y="2517782"/>
                <a:ext cx="762000" cy="720947"/>
              </a:xfrm>
              <a:prstGeom prst="rect">
                <a:avLst/>
              </a:prstGeom>
              <a:noFill/>
            </p:spPr>
          </p:pic>
          <p:pic>
            <p:nvPicPr>
              <p:cNvPr id="1042" name="Picture 18" descr="TIENECK1"/>
              <p:cNvPicPr>
                <a:picLocks noChangeAspect="1" noChangeArrowheads="1"/>
              </p:cNvPicPr>
              <p:nvPr/>
            </p:nvPicPr>
            <p:blipFill>
              <a:blip r:embed="rId12"/>
              <a:srcRect l="30614"/>
              <a:stretch>
                <a:fillRect/>
              </a:stretch>
            </p:blipFill>
            <p:spPr bwMode="auto">
              <a:xfrm>
                <a:off x="5065892" y="2580107"/>
                <a:ext cx="493775" cy="652748"/>
              </a:xfrm>
              <a:prstGeom prst="rect">
                <a:avLst/>
              </a:prstGeom>
              <a:noFill/>
            </p:spPr>
          </p:pic>
          <p:pic>
            <p:nvPicPr>
              <p:cNvPr id="1040" name="Picture 16" descr="sofa2_resize"/>
              <p:cNvPicPr>
                <a:picLocks noChangeAspect="1" noChangeArrowheads="1"/>
              </p:cNvPicPr>
              <p:nvPr/>
            </p:nvPicPr>
            <p:blipFill>
              <a:blip r:embed="rId13"/>
              <a:srcRect/>
              <a:stretch>
                <a:fillRect/>
              </a:stretch>
            </p:blipFill>
            <p:spPr bwMode="auto">
              <a:xfrm>
                <a:off x="714375" y="3365653"/>
                <a:ext cx="1133475" cy="788739"/>
              </a:xfrm>
              <a:prstGeom prst="rect">
                <a:avLst/>
              </a:prstGeom>
              <a:noFill/>
            </p:spPr>
          </p:pic>
          <p:pic>
            <p:nvPicPr>
              <p:cNvPr id="1039" name="Picture 15" descr="SHIRT1_resize"/>
              <p:cNvPicPr>
                <a:picLocks noChangeAspect="1" noChangeArrowheads="1"/>
              </p:cNvPicPr>
              <p:nvPr/>
            </p:nvPicPr>
            <p:blipFill>
              <a:blip r:embed="rId14"/>
              <a:srcRect/>
              <a:stretch>
                <a:fillRect/>
              </a:stretch>
            </p:blipFill>
            <p:spPr bwMode="auto">
              <a:xfrm>
                <a:off x="2819400" y="3338455"/>
                <a:ext cx="929577" cy="752475"/>
              </a:xfrm>
              <a:prstGeom prst="rect">
                <a:avLst/>
              </a:prstGeom>
              <a:noFill/>
            </p:spPr>
          </p:pic>
          <p:pic>
            <p:nvPicPr>
              <p:cNvPr id="1038" name="Picture 14" descr="WSHOP046_resize"/>
              <p:cNvPicPr>
                <a:picLocks noChangeAspect="1" noChangeArrowheads="1"/>
              </p:cNvPicPr>
              <p:nvPr/>
            </p:nvPicPr>
            <p:blipFill>
              <a:blip r:embed="rId15"/>
              <a:srcRect l="-6944" b="33127"/>
              <a:stretch>
                <a:fillRect/>
              </a:stretch>
            </p:blipFill>
            <p:spPr bwMode="auto">
              <a:xfrm>
                <a:off x="5007979" y="3377910"/>
                <a:ext cx="609600" cy="744880"/>
              </a:xfrm>
              <a:prstGeom prst="rect">
                <a:avLst/>
              </a:prstGeom>
              <a:noFill/>
            </p:spPr>
          </p:pic>
          <p:pic>
            <p:nvPicPr>
              <p:cNvPr id="1037" name="Picture 13" descr="cold4_resize"/>
              <p:cNvPicPr>
                <a:picLocks noChangeAspect="1" noChangeArrowheads="1"/>
              </p:cNvPicPr>
              <p:nvPr/>
            </p:nvPicPr>
            <p:blipFill>
              <a:blip r:embed="rId16"/>
              <a:srcRect/>
              <a:stretch>
                <a:fillRect/>
              </a:stretch>
            </p:blipFill>
            <p:spPr bwMode="auto">
              <a:xfrm>
                <a:off x="7243762" y="3386375"/>
                <a:ext cx="609600" cy="777083"/>
              </a:xfrm>
              <a:prstGeom prst="rect">
                <a:avLst/>
              </a:prstGeom>
              <a:noFill/>
            </p:spPr>
          </p:pic>
          <p:pic>
            <p:nvPicPr>
              <p:cNvPr id="1036" name="Picture 12" descr="NARCISS1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1014412" y="4163458"/>
                <a:ext cx="533400" cy="825003"/>
              </a:xfrm>
              <a:prstGeom prst="rect">
                <a:avLst/>
              </a:prstGeom>
              <a:noFill/>
            </p:spPr>
          </p:pic>
          <p:pic>
            <p:nvPicPr>
              <p:cNvPr id="1034" name="Picture 10" descr="trousers_resize"/>
              <p:cNvPicPr>
                <a:picLocks noChangeAspect="1" noChangeArrowheads="1"/>
              </p:cNvPicPr>
              <p:nvPr/>
            </p:nvPicPr>
            <p:blipFill>
              <a:blip r:embed="rId18" cstate="print"/>
              <a:srcRect/>
              <a:stretch>
                <a:fillRect/>
              </a:stretch>
            </p:blipFill>
            <p:spPr bwMode="auto">
              <a:xfrm>
                <a:off x="5141329" y="4211979"/>
                <a:ext cx="342900" cy="834069"/>
              </a:xfrm>
              <a:prstGeom prst="rect">
                <a:avLst/>
              </a:prstGeom>
              <a:noFill/>
            </p:spPr>
          </p:pic>
          <p:pic>
            <p:nvPicPr>
              <p:cNvPr id="1033" name="Picture 9" descr="pretty_resize"/>
              <p:cNvPicPr>
                <a:picLocks noChangeAspect="1" noChangeArrowheads="1"/>
              </p:cNvPicPr>
              <p:nvPr/>
            </p:nvPicPr>
            <p:blipFill>
              <a:blip r:embed="rId19"/>
              <a:srcRect l="6737" t="24120" r="49658" b="31934"/>
              <a:stretch>
                <a:fillRect/>
              </a:stretch>
            </p:blipFill>
            <p:spPr bwMode="auto">
              <a:xfrm>
                <a:off x="7230488" y="4235986"/>
                <a:ext cx="636148" cy="779673"/>
              </a:xfrm>
              <a:prstGeom prst="rect">
                <a:avLst/>
              </a:prstGeom>
              <a:noFill/>
            </p:spPr>
          </p:pic>
          <p:pic>
            <p:nvPicPr>
              <p:cNvPr id="1032" name="Picture 8" descr="FLOWR089"/>
              <p:cNvPicPr>
                <a:picLocks noChangeAspect="1" noChangeArrowheads="1"/>
              </p:cNvPicPr>
              <p:nvPr/>
            </p:nvPicPr>
            <p:blipFill>
              <a:blip r:embed="rId20"/>
              <a:srcRect/>
              <a:stretch>
                <a:fillRect/>
              </a:stretch>
            </p:blipFill>
            <p:spPr bwMode="auto">
              <a:xfrm>
                <a:off x="1028700" y="5079120"/>
                <a:ext cx="504825" cy="825003"/>
              </a:xfrm>
              <a:prstGeom prst="rect">
                <a:avLst/>
              </a:prstGeom>
              <a:noFill/>
            </p:spPr>
          </p:pic>
          <p:pic>
            <p:nvPicPr>
              <p:cNvPr id="1031" name="Picture 7" descr="blouse_resize"/>
              <p:cNvPicPr>
                <a:picLocks noChangeAspect="1" noChangeArrowheads="1"/>
              </p:cNvPicPr>
              <p:nvPr/>
            </p:nvPicPr>
            <p:blipFill>
              <a:blip r:embed="rId21" cstate="print"/>
              <a:srcRect l="10854" r="5946" b="55243"/>
              <a:stretch>
                <a:fillRect/>
              </a:stretch>
            </p:blipFill>
            <p:spPr bwMode="auto">
              <a:xfrm>
                <a:off x="3027013" y="5106318"/>
                <a:ext cx="514350" cy="710654"/>
              </a:xfrm>
              <a:prstGeom prst="rect">
                <a:avLst/>
              </a:prstGeom>
              <a:noFill/>
            </p:spPr>
          </p:pic>
          <p:pic>
            <p:nvPicPr>
              <p:cNvPr id="1030" name="Picture 6" descr="jeans_resize"/>
              <p:cNvPicPr>
                <a:picLocks noChangeAspect="1" noChangeArrowheads="1"/>
              </p:cNvPicPr>
              <p:nvPr/>
            </p:nvPicPr>
            <p:blipFill>
              <a:blip r:embed="rId22"/>
              <a:srcRect/>
              <a:stretch>
                <a:fillRect/>
              </a:stretch>
            </p:blipFill>
            <p:spPr bwMode="auto">
              <a:xfrm>
                <a:off x="5127042" y="5100444"/>
                <a:ext cx="371475" cy="815937"/>
              </a:xfrm>
              <a:prstGeom prst="rect">
                <a:avLst/>
              </a:prstGeom>
              <a:noFill/>
            </p:spPr>
          </p:pic>
          <p:pic>
            <p:nvPicPr>
              <p:cNvPr id="1029" name="Picture 5" descr="BEADS1"/>
              <p:cNvPicPr>
                <a:picLocks noChangeAspect="1" noChangeArrowheads="1"/>
              </p:cNvPicPr>
              <p:nvPr/>
            </p:nvPicPr>
            <p:blipFill>
              <a:blip r:embed="rId23"/>
              <a:srcRect l="33902"/>
              <a:stretch>
                <a:fillRect/>
              </a:stretch>
            </p:blipFill>
            <p:spPr bwMode="auto">
              <a:xfrm>
                <a:off x="7143750" y="5033790"/>
                <a:ext cx="809625" cy="834069"/>
              </a:xfrm>
              <a:prstGeom prst="rect">
                <a:avLst/>
              </a:prstGeom>
              <a:noFill/>
            </p:spPr>
          </p:pic>
          <p:pic>
            <p:nvPicPr>
              <p:cNvPr id="1028" name="Picture 4" descr="millionaire_resize"/>
              <p:cNvPicPr>
                <a:picLocks noChangeAspect="1" noChangeArrowheads="1"/>
              </p:cNvPicPr>
              <p:nvPr/>
            </p:nvPicPr>
            <p:blipFill>
              <a:blip r:embed="rId24"/>
              <a:srcRect/>
              <a:stretch>
                <a:fillRect/>
              </a:stretch>
            </p:blipFill>
            <p:spPr bwMode="auto">
              <a:xfrm>
                <a:off x="1001595" y="6046973"/>
                <a:ext cx="559035" cy="582427"/>
              </a:xfrm>
              <a:prstGeom prst="rect">
                <a:avLst/>
              </a:prstGeom>
              <a:noFill/>
            </p:spPr>
          </p:pic>
          <p:pic>
            <p:nvPicPr>
              <p:cNvPr id="1027" name="Picture 3" descr="SKIRTPLT_resize"/>
              <p:cNvPicPr>
                <a:picLocks noChangeAspect="1" noChangeArrowheads="1"/>
              </p:cNvPicPr>
              <p:nvPr/>
            </p:nvPicPr>
            <p:blipFill>
              <a:blip r:embed="rId25"/>
              <a:srcRect/>
              <a:stretch>
                <a:fillRect/>
              </a:stretch>
            </p:blipFill>
            <p:spPr bwMode="auto">
              <a:xfrm>
                <a:off x="2897367" y="5976650"/>
                <a:ext cx="773643" cy="602476"/>
              </a:xfrm>
              <a:prstGeom prst="rect">
                <a:avLst/>
              </a:prstGeom>
              <a:noFill/>
            </p:spPr>
          </p:pic>
          <p:pic>
            <p:nvPicPr>
              <p:cNvPr id="1025" name="Picture 1" descr="LVR002D"/>
              <p:cNvPicPr>
                <a:picLocks noChangeAspect="1" noChangeArrowheads="1"/>
              </p:cNvPicPr>
              <p:nvPr/>
            </p:nvPicPr>
            <p:blipFill>
              <a:blip r:embed="rId26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>
                <a:off x="7151955" y="5976651"/>
                <a:ext cx="793214" cy="652749"/>
              </a:xfrm>
              <a:prstGeom prst="rect">
                <a:avLst/>
              </a:prstGeom>
              <a:noFill/>
            </p:spPr>
          </p:pic>
          <p:pic>
            <p:nvPicPr>
              <p:cNvPr id="31" name="Picture 25" descr="shoes_resize"/>
              <p:cNvPicPr>
                <a:picLocks noChangeAspect="1" noChangeArrowheads="1"/>
              </p:cNvPicPr>
              <p:nvPr/>
            </p:nvPicPr>
            <p:blipFill>
              <a:blip r:embed="rId27"/>
              <a:srcRect/>
              <a:stretch>
                <a:fillRect/>
              </a:stretch>
            </p:blipFill>
            <p:spPr bwMode="auto">
              <a:xfrm>
                <a:off x="7086600" y="609600"/>
                <a:ext cx="923925" cy="832385"/>
              </a:xfrm>
              <a:prstGeom prst="rect">
                <a:avLst/>
              </a:prstGeom>
              <a:noFill/>
            </p:spPr>
          </p:pic>
          <p:pic>
            <p:nvPicPr>
              <p:cNvPr id="32" name="Picture 21" descr="GLOVE1_resize"/>
              <p:cNvPicPr>
                <a:picLocks noChangeAspect="1" noChangeArrowheads="1"/>
              </p:cNvPicPr>
              <p:nvPr/>
            </p:nvPicPr>
            <p:blipFill>
              <a:blip r:embed="rId28" cstate="print"/>
              <a:srcRect/>
              <a:stretch>
                <a:fillRect/>
              </a:stretch>
            </p:blipFill>
            <p:spPr bwMode="auto">
              <a:xfrm>
                <a:off x="7110412" y="1679384"/>
                <a:ext cx="876300" cy="743409"/>
              </a:xfrm>
              <a:prstGeom prst="rect">
                <a:avLst/>
              </a:prstGeom>
              <a:noFill/>
            </p:spPr>
          </p:pic>
          <p:pic>
            <p:nvPicPr>
              <p:cNvPr id="33" name="Picture 17" descr="pair of glasses_resize"/>
              <p:cNvPicPr>
                <a:picLocks noChangeAspect="1" noChangeArrowheads="1"/>
              </p:cNvPicPr>
              <p:nvPr/>
            </p:nvPicPr>
            <p:blipFill>
              <a:blip r:embed="rId29"/>
              <a:srcRect/>
              <a:stretch>
                <a:fillRect/>
              </a:stretch>
            </p:blipFill>
            <p:spPr bwMode="auto">
              <a:xfrm>
                <a:off x="7119937" y="2612186"/>
                <a:ext cx="857250" cy="535884"/>
              </a:xfrm>
              <a:prstGeom prst="rect">
                <a:avLst/>
              </a:prstGeom>
              <a:noFill/>
            </p:spPr>
          </p:pic>
        </p:grpSp>
        <p:pic>
          <p:nvPicPr>
            <p:cNvPr id="37" name="Picture 2"/>
            <p:cNvPicPr>
              <a:picLocks noChangeAspect="1" noChangeArrowheads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9274" y="4242440"/>
              <a:ext cx="766763" cy="766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816804"/>
              </p:ext>
            </p:extLst>
          </p:nvPr>
        </p:nvGraphicFramePr>
        <p:xfrm>
          <a:off x="432515" y="533401"/>
          <a:ext cx="8381999" cy="6196155"/>
        </p:xfrm>
        <a:graphic>
          <a:graphicData uri="http://schemas.openxmlformats.org/drawingml/2006/table">
            <a:tbl>
              <a:tblPr/>
              <a:tblGrid>
                <a:gridCol w="2008862"/>
                <a:gridCol w="1724658"/>
                <a:gridCol w="2292255"/>
                <a:gridCol w="2356224"/>
              </a:tblGrid>
              <a:tr h="8851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</a:t>
                      </a: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15</a:t>
                      </a: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51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51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</a:t>
                      </a: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17</a:t>
                      </a: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24</a:t>
                      </a: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51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51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51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51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- LISTENING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14375" y="566603"/>
            <a:ext cx="7296150" cy="6134866"/>
            <a:chOff x="714375" y="566603"/>
            <a:chExt cx="7296150" cy="6134866"/>
          </a:xfrm>
        </p:grpSpPr>
        <p:grpSp>
          <p:nvGrpSpPr>
            <p:cNvPr id="2" name="Group 1"/>
            <p:cNvGrpSpPr/>
            <p:nvPr/>
          </p:nvGrpSpPr>
          <p:grpSpPr>
            <a:xfrm>
              <a:off x="714375" y="566603"/>
              <a:ext cx="7296150" cy="6134866"/>
              <a:chOff x="714375" y="566603"/>
              <a:chExt cx="7296150" cy="6134866"/>
            </a:xfrm>
          </p:grpSpPr>
          <p:pic>
            <p:nvPicPr>
              <p:cNvPr id="1026" name="Picture 2" descr="BEACH"/>
              <p:cNvPicPr>
                <a:picLocks noChangeAspect="1" noChangeArrowheads="1"/>
              </p:cNvPicPr>
              <p:nvPr/>
            </p:nvPicPr>
            <p:blipFill>
              <a:blip r:embed="rId5"/>
              <a:srcRect l="13676" t="21947"/>
              <a:stretch>
                <a:fillRect/>
              </a:stretch>
            </p:blipFill>
            <p:spPr bwMode="auto">
              <a:xfrm>
                <a:off x="4876800" y="1597389"/>
                <a:ext cx="871958" cy="580221"/>
              </a:xfrm>
              <a:prstGeom prst="rect">
                <a:avLst/>
              </a:prstGeom>
              <a:noFill/>
            </p:spPr>
          </p:pic>
          <p:pic>
            <p:nvPicPr>
              <p:cNvPr id="1051" name="Picture 27" descr="drum_resize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2985738" y="2333813"/>
                <a:ext cx="571500" cy="815937"/>
              </a:xfrm>
              <a:prstGeom prst="rect">
                <a:avLst/>
              </a:prstGeom>
              <a:noFill/>
            </p:spPr>
          </p:pic>
          <p:pic>
            <p:nvPicPr>
              <p:cNvPr id="1047" name="Picture 23" descr="guitar_resize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2829728" y="615624"/>
                <a:ext cx="908920" cy="734343"/>
              </a:xfrm>
              <a:prstGeom prst="rect">
                <a:avLst/>
              </a:prstGeom>
              <a:noFill/>
            </p:spPr>
          </p:pic>
          <p:pic>
            <p:nvPicPr>
              <p:cNvPr id="1044" name="Picture 20" descr="bell_resize"/>
              <p:cNvPicPr>
                <a:picLocks noChangeAspect="1"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841284" y="573025"/>
                <a:ext cx="1006565" cy="819541"/>
              </a:xfrm>
              <a:prstGeom prst="rect">
                <a:avLst/>
              </a:prstGeom>
              <a:noFill/>
            </p:spPr>
          </p:pic>
          <p:pic>
            <p:nvPicPr>
              <p:cNvPr id="1043" name="Picture 19" descr="piano_resize"/>
              <p:cNvPicPr>
                <a:picLocks noChangeAspect="1" noChangeArrowheads="1"/>
              </p:cNvPicPr>
              <p:nvPr/>
            </p:nvPicPr>
            <p:blipFill>
              <a:blip r:embed="rId9"/>
              <a:srcRect/>
              <a:stretch>
                <a:fillRect/>
              </a:stretch>
            </p:blipFill>
            <p:spPr bwMode="auto">
              <a:xfrm>
                <a:off x="2903188" y="4171361"/>
                <a:ext cx="762000" cy="720947"/>
              </a:xfrm>
              <a:prstGeom prst="rect">
                <a:avLst/>
              </a:prstGeom>
              <a:noFill/>
            </p:spPr>
          </p:pic>
          <p:pic>
            <p:nvPicPr>
              <p:cNvPr id="1042" name="Picture 18" descr="TIENECK1"/>
              <p:cNvPicPr>
                <a:picLocks noChangeAspect="1" noChangeArrowheads="1"/>
              </p:cNvPicPr>
              <p:nvPr/>
            </p:nvPicPr>
            <p:blipFill>
              <a:blip r:embed="rId10"/>
              <a:srcRect l="30614"/>
              <a:stretch>
                <a:fillRect/>
              </a:stretch>
            </p:blipFill>
            <p:spPr bwMode="auto">
              <a:xfrm>
                <a:off x="5065892" y="656421"/>
                <a:ext cx="493775" cy="652748"/>
              </a:xfrm>
              <a:prstGeom prst="rect">
                <a:avLst/>
              </a:prstGeom>
              <a:noFill/>
            </p:spPr>
          </p:pic>
          <p:pic>
            <p:nvPicPr>
              <p:cNvPr id="1040" name="Picture 16" descr="sofa2_resize"/>
              <p:cNvPicPr>
                <a:picLocks noChangeAspect="1" noChangeArrowheads="1"/>
              </p:cNvPicPr>
              <p:nvPr/>
            </p:nvPicPr>
            <p:blipFill>
              <a:blip r:embed="rId11"/>
              <a:srcRect/>
              <a:stretch>
                <a:fillRect/>
              </a:stretch>
            </p:blipFill>
            <p:spPr bwMode="auto">
              <a:xfrm>
                <a:off x="714375" y="5890065"/>
                <a:ext cx="1133475" cy="788739"/>
              </a:xfrm>
              <a:prstGeom prst="rect">
                <a:avLst/>
              </a:prstGeom>
              <a:noFill/>
            </p:spPr>
          </p:pic>
          <p:pic>
            <p:nvPicPr>
              <p:cNvPr id="1039" name="Picture 15" descr="SHIRT1_resize"/>
              <p:cNvPicPr>
                <a:picLocks noChangeAspect="1" noChangeArrowheads="1"/>
              </p:cNvPicPr>
              <p:nvPr/>
            </p:nvPicPr>
            <p:blipFill>
              <a:blip r:embed="rId12"/>
              <a:srcRect/>
              <a:stretch>
                <a:fillRect/>
              </a:stretch>
            </p:blipFill>
            <p:spPr bwMode="auto">
              <a:xfrm>
                <a:off x="2819400" y="1511262"/>
                <a:ext cx="929577" cy="752475"/>
              </a:xfrm>
              <a:prstGeom prst="rect">
                <a:avLst/>
              </a:prstGeom>
              <a:noFill/>
            </p:spPr>
          </p:pic>
          <p:pic>
            <p:nvPicPr>
              <p:cNvPr id="1038" name="Picture 14" descr="WSHOP046_resize"/>
              <p:cNvPicPr>
                <a:picLocks noChangeAspect="1" noChangeArrowheads="1"/>
              </p:cNvPicPr>
              <p:nvPr/>
            </p:nvPicPr>
            <p:blipFill>
              <a:blip r:embed="rId13"/>
              <a:srcRect l="-6944" b="33127"/>
              <a:stretch>
                <a:fillRect/>
              </a:stretch>
            </p:blipFill>
            <p:spPr bwMode="auto">
              <a:xfrm>
                <a:off x="5007979" y="4159394"/>
                <a:ext cx="609600" cy="744880"/>
              </a:xfrm>
              <a:prstGeom prst="rect">
                <a:avLst/>
              </a:prstGeom>
              <a:noFill/>
            </p:spPr>
          </p:pic>
          <p:pic>
            <p:nvPicPr>
              <p:cNvPr id="1037" name="Picture 13" descr="cold4_resize"/>
              <p:cNvPicPr>
                <a:picLocks noChangeAspect="1" noChangeArrowheads="1"/>
              </p:cNvPicPr>
              <p:nvPr/>
            </p:nvPicPr>
            <p:blipFill>
              <a:blip r:embed="rId14"/>
              <a:srcRect/>
              <a:stretch>
                <a:fillRect/>
              </a:stretch>
            </p:blipFill>
            <p:spPr bwMode="auto">
              <a:xfrm>
                <a:off x="7243762" y="5014117"/>
                <a:ext cx="609600" cy="777083"/>
              </a:xfrm>
              <a:prstGeom prst="rect">
                <a:avLst/>
              </a:prstGeom>
              <a:noFill/>
            </p:spPr>
          </p:pic>
          <p:pic>
            <p:nvPicPr>
              <p:cNvPr id="1036" name="Picture 12" descr="NARCISS1"/>
              <p:cNvPicPr>
                <a:picLocks noChangeAspect="1" noChangeArrowheads="1"/>
              </p:cNvPicPr>
              <p:nvPr/>
            </p:nvPicPr>
            <p:blipFill>
              <a:blip r:embed="rId15"/>
              <a:srcRect/>
              <a:stretch>
                <a:fillRect/>
              </a:stretch>
            </p:blipFill>
            <p:spPr bwMode="auto">
              <a:xfrm>
                <a:off x="1014412" y="2347412"/>
                <a:ext cx="519113" cy="802905"/>
              </a:xfrm>
              <a:prstGeom prst="rect">
                <a:avLst/>
              </a:prstGeom>
              <a:noFill/>
            </p:spPr>
          </p:pic>
          <p:pic>
            <p:nvPicPr>
              <p:cNvPr id="1034" name="Picture 10" descr="trousers_resize"/>
              <p:cNvPicPr>
                <a:picLocks noChangeAspect="1" noChangeArrowheads="1"/>
              </p:cNvPicPr>
              <p:nvPr/>
            </p:nvPicPr>
            <p:blipFill>
              <a:blip r:embed="rId16" cstate="print"/>
              <a:srcRect/>
              <a:stretch>
                <a:fillRect/>
              </a:stretch>
            </p:blipFill>
            <p:spPr bwMode="auto">
              <a:xfrm>
                <a:off x="5141329" y="5867400"/>
                <a:ext cx="342900" cy="834069"/>
              </a:xfrm>
              <a:prstGeom prst="rect">
                <a:avLst/>
              </a:prstGeom>
              <a:noFill/>
            </p:spPr>
          </p:pic>
          <p:pic>
            <p:nvPicPr>
              <p:cNvPr id="1033" name="Picture 9" descr="pretty_resize"/>
              <p:cNvPicPr>
                <a:picLocks noChangeAspect="1" noChangeArrowheads="1"/>
              </p:cNvPicPr>
              <p:nvPr/>
            </p:nvPicPr>
            <p:blipFill>
              <a:blip r:embed="rId17"/>
              <a:srcRect l="6737" t="24120" r="49658" b="31934"/>
              <a:stretch>
                <a:fillRect/>
              </a:stretch>
            </p:blipFill>
            <p:spPr bwMode="auto">
              <a:xfrm>
                <a:off x="7230488" y="2370077"/>
                <a:ext cx="636148" cy="779673"/>
              </a:xfrm>
              <a:prstGeom prst="rect">
                <a:avLst/>
              </a:prstGeom>
              <a:noFill/>
            </p:spPr>
          </p:pic>
          <p:pic>
            <p:nvPicPr>
              <p:cNvPr id="1032" name="Picture 8" descr="FLOWR089"/>
              <p:cNvPicPr>
                <a:picLocks noChangeAspect="1" noChangeArrowheads="1"/>
              </p:cNvPicPr>
              <p:nvPr/>
            </p:nvPicPr>
            <p:blipFill>
              <a:blip r:embed="rId18"/>
              <a:srcRect/>
              <a:stretch>
                <a:fillRect/>
              </a:stretch>
            </p:blipFill>
            <p:spPr bwMode="auto">
              <a:xfrm>
                <a:off x="1028700" y="4119333"/>
                <a:ext cx="504825" cy="825003"/>
              </a:xfrm>
              <a:prstGeom prst="rect">
                <a:avLst/>
              </a:prstGeom>
              <a:noFill/>
            </p:spPr>
          </p:pic>
          <p:pic>
            <p:nvPicPr>
              <p:cNvPr id="1031" name="Picture 7" descr="blouse_resize"/>
              <p:cNvPicPr>
                <a:picLocks noChangeAspect="1" noChangeArrowheads="1"/>
              </p:cNvPicPr>
              <p:nvPr/>
            </p:nvPicPr>
            <p:blipFill>
              <a:blip r:embed="rId19" cstate="print"/>
              <a:srcRect l="10854" r="5946" b="55243"/>
              <a:stretch>
                <a:fillRect/>
              </a:stretch>
            </p:blipFill>
            <p:spPr bwMode="auto">
              <a:xfrm>
                <a:off x="3027013" y="5929107"/>
                <a:ext cx="514350" cy="710654"/>
              </a:xfrm>
              <a:prstGeom prst="rect">
                <a:avLst/>
              </a:prstGeom>
              <a:noFill/>
            </p:spPr>
          </p:pic>
          <p:pic>
            <p:nvPicPr>
              <p:cNvPr id="1030" name="Picture 6" descr="jeans_resize"/>
              <p:cNvPicPr>
                <a:picLocks noChangeAspect="1" noChangeArrowheads="1"/>
              </p:cNvPicPr>
              <p:nvPr/>
            </p:nvPicPr>
            <p:blipFill>
              <a:blip r:embed="rId20"/>
              <a:srcRect/>
              <a:stretch>
                <a:fillRect/>
              </a:stretch>
            </p:blipFill>
            <p:spPr bwMode="auto">
              <a:xfrm>
                <a:off x="5127042" y="5006646"/>
                <a:ext cx="357187" cy="784554"/>
              </a:xfrm>
              <a:prstGeom prst="rect">
                <a:avLst/>
              </a:prstGeom>
              <a:noFill/>
            </p:spPr>
          </p:pic>
          <p:pic>
            <p:nvPicPr>
              <p:cNvPr id="1029" name="Picture 5" descr="BEADS1"/>
              <p:cNvPicPr>
                <a:picLocks noChangeAspect="1" noChangeArrowheads="1"/>
              </p:cNvPicPr>
              <p:nvPr/>
            </p:nvPicPr>
            <p:blipFill>
              <a:blip r:embed="rId21"/>
              <a:srcRect l="33902"/>
              <a:stretch>
                <a:fillRect/>
              </a:stretch>
            </p:blipFill>
            <p:spPr bwMode="auto">
              <a:xfrm>
                <a:off x="7143750" y="4118931"/>
                <a:ext cx="762327" cy="785343"/>
              </a:xfrm>
              <a:prstGeom prst="rect">
                <a:avLst/>
              </a:prstGeom>
              <a:noFill/>
            </p:spPr>
          </p:pic>
          <p:pic>
            <p:nvPicPr>
              <p:cNvPr id="1028" name="Picture 4" descr="millionaire_resize"/>
              <p:cNvPicPr>
                <a:picLocks noChangeAspect="1" noChangeArrowheads="1"/>
              </p:cNvPicPr>
              <p:nvPr/>
            </p:nvPicPr>
            <p:blipFill>
              <a:blip r:embed="rId22"/>
              <a:srcRect/>
              <a:stretch>
                <a:fillRect/>
              </a:stretch>
            </p:blipFill>
            <p:spPr bwMode="auto">
              <a:xfrm>
                <a:off x="1001595" y="5130146"/>
                <a:ext cx="559035" cy="582427"/>
              </a:xfrm>
              <a:prstGeom prst="rect">
                <a:avLst/>
              </a:prstGeom>
              <a:noFill/>
            </p:spPr>
          </p:pic>
          <p:pic>
            <p:nvPicPr>
              <p:cNvPr id="1027" name="Picture 3" descr="SKIRTPLT_resize"/>
              <p:cNvPicPr>
                <a:picLocks noChangeAspect="1" noChangeArrowheads="1"/>
              </p:cNvPicPr>
              <p:nvPr/>
            </p:nvPicPr>
            <p:blipFill>
              <a:blip r:embed="rId23"/>
              <a:srcRect/>
              <a:stretch>
                <a:fillRect/>
              </a:stretch>
            </p:blipFill>
            <p:spPr bwMode="auto">
              <a:xfrm>
                <a:off x="2897367" y="5120121"/>
                <a:ext cx="773643" cy="602476"/>
              </a:xfrm>
              <a:prstGeom prst="rect">
                <a:avLst/>
              </a:prstGeom>
              <a:noFill/>
            </p:spPr>
          </p:pic>
          <p:pic>
            <p:nvPicPr>
              <p:cNvPr id="1025" name="Picture 1" descr="LVR002D"/>
              <p:cNvPicPr>
                <a:picLocks noChangeAspect="1" noChangeArrowheads="1"/>
              </p:cNvPicPr>
              <p:nvPr/>
            </p:nvPicPr>
            <p:blipFill>
              <a:blip r:embed="rId24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>
                <a:off x="7151955" y="3315796"/>
                <a:ext cx="793214" cy="652749"/>
              </a:xfrm>
              <a:prstGeom prst="rect">
                <a:avLst/>
              </a:prstGeom>
              <a:noFill/>
            </p:spPr>
          </p:pic>
          <p:pic>
            <p:nvPicPr>
              <p:cNvPr id="31" name="Picture 25" descr="shoes_resize"/>
              <p:cNvPicPr>
                <a:picLocks noChangeAspect="1" noChangeArrowheads="1"/>
              </p:cNvPicPr>
              <p:nvPr/>
            </p:nvPicPr>
            <p:blipFill>
              <a:blip r:embed="rId25"/>
              <a:srcRect/>
              <a:stretch>
                <a:fillRect/>
              </a:stretch>
            </p:blipFill>
            <p:spPr bwMode="auto">
              <a:xfrm>
                <a:off x="7086600" y="566603"/>
                <a:ext cx="923925" cy="832385"/>
              </a:xfrm>
              <a:prstGeom prst="rect">
                <a:avLst/>
              </a:prstGeom>
              <a:noFill/>
            </p:spPr>
          </p:pic>
          <p:pic>
            <p:nvPicPr>
              <p:cNvPr id="32" name="Picture 21" descr="GLOVE1_resize"/>
              <p:cNvPicPr>
                <a:picLocks noChangeAspect="1" noChangeArrowheads="1"/>
              </p:cNvPicPr>
              <p:nvPr/>
            </p:nvPicPr>
            <p:blipFill>
              <a:blip r:embed="rId26" cstate="print"/>
              <a:srcRect/>
              <a:stretch>
                <a:fillRect/>
              </a:stretch>
            </p:blipFill>
            <p:spPr bwMode="auto">
              <a:xfrm>
                <a:off x="7110412" y="5912730"/>
                <a:ext cx="876300" cy="743409"/>
              </a:xfrm>
              <a:prstGeom prst="rect">
                <a:avLst/>
              </a:prstGeom>
              <a:noFill/>
            </p:spPr>
          </p:pic>
          <p:pic>
            <p:nvPicPr>
              <p:cNvPr id="33" name="Picture 17" descr="pair of glasses_resize"/>
              <p:cNvPicPr>
                <a:picLocks noChangeAspect="1" noChangeArrowheads="1"/>
              </p:cNvPicPr>
              <p:nvPr/>
            </p:nvPicPr>
            <p:blipFill>
              <a:blip r:embed="rId27"/>
              <a:srcRect/>
              <a:stretch>
                <a:fillRect/>
              </a:stretch>
            </p:blipFill>
            <p:spPr bwMode="auto">
              <a:xfrm>
                <a:off x="7119937" y="1619557"/>
                <a:ext cx="857250" cy="535884"/>
              </a:xfrm>
              <a:prstGeom prst="rect">
                <a:avLst/>
              </a:prstGeom>
              <a:noFill/>
            </p:spPr>
          </p:pic>
          <p:pic>
            <p:nvPicPr>
              <p:cNvPr id="1052" name="Picture 28" descr="toy_resize"/>
              <p:cNvPicPr>
                <a:picLocks noChangeAspect="1" noChangeArrowheads="1"/>
              </p:cNvPicPr>
              <p:nvPr/>
            </p:nvPicPr>
            <p:blipFill>
              <a:blip r:embed="rId28"/>
              <a:srcRect/>
              <a:stretch>
                <a:fillRect/>
              </a:stretch>
            </p:blipFill>
            <p:spPr bwMode="auto">
              <a:xfrm>
                <a:off x="916106" y="1447800"/>
                <a:ext cx="677334" cy="815937"/>
              </a:xfrm>
              <a:prstGeom prst="rect">
                <a:avLst/>
              </a:prstGeom>
              <a:noFill/>
            </p:spPr>
          </p:pic>
          <p:pic>
            <p:nvPicPr>
              <p:cNvPr id="1048" name="Picture 24" descr="DOLL2_resize"/>
              <p:cNvPicPr>
                <a:picLocks noChangeAspect="1" noChangeArrowheads="1"/>
              </p:cNvPicPr>
              <p:nvPr/>
            </p:nvPicPr>
            <p:blipFill>
              <a:blip r:embed="rId29"/>
              <a:srcRect/>
              <a:stretch>
                <a:fillRect/>
              </a:stretch>
            </p:blipFill>
            <p:spPr bwMode="auto">
              <a:xfrm>
                <a:off x="928687" y="3245740"/>
                <a:ext cx="704850" cy="792860"/>
              </a:xfrm>
              <a:prstGeom prst="rect">
                <a:avLst/>
              </a:prstGeom>
              <a:noFill/>
            </p:spPr>
          </p:pic>
          <p:pic>
            <p:nvPicPr>
              <p:cNvPr id="1050" name="Picture 26" descr="dress_resize"/>
              <p:cNvPicPr>
                <a:picLocks noChangeAspect="1" noChangeArrowheads="1"/>
              </p:cNvPicPr>
              <p:nvPr/>
            </p:nvPicPr>
            <p:blipFill>
              <a:blip r:embed="rId30" cstate="print"/>
              <a:srcRect/>
              <a:stretch>
                <a:fillRect/>
              </a:stretch>
            </p:blipFill>
            <p:spPr bwMode="auto">
              <a:xfrm>
                <a:off x="5021504" y="2333814"/>
                <a:ext cx="573255" cy="838602"/>
              </a:xfrm>
              <a:prstGeom prst="rect">
                <a:avLst/>
              </a:prstGeom>
              <a:noFill/>
            </p:spPr>
          </p:pic>
          <p:pic>
            <p:nvPicPr>
              <p:cNvPr id="1046" name="Picture 22" descr="coat_resize"/>
              <p:cNvPicPr>
                <a:picLocks noChangeAspect="1" noChangeArrowheads="1"/>
              </p:cNvPicPr>
              <p:nvPr/>
            </p:nvPicPr>
            <p:blipFill>
              <a:blip r:embed="rId31"/>
              <a:srcRect/>
              <a:stretch>
                <a:fillRect/>
              </a:stretch>
            </p:blipFill>
            <p:spPr bwMode="auto">
              <a:xfrm>
                <a:off x="5038356" y="3270466"/>
                <a:ext cx="548846" cy="743409"/>
              </a:xfrm>
              <a:prstGeom prst="rect">
                <a:avLst/>
              </a:prstGeom>
              <a:noFill/>
            </p:spPr>
          </p:pic>
        </p:grpSp>
        <p:pic>
          <p:nvPicPr>
            <p:cNvPr id="37" name="Picture 2"/>
            <p:cNvPicPr>
              <a:picLocks noChangeAspect="1" noChangeArrowheads="1"/>
            </p:cNvPicPr>
            <p:nvPr/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9274" y="3258789"/>
              <a:ext cx="766763" cy="766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36" name="QR01(Unit5A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33"/>
          <a:stretch>
            <a:fillRect/>
          </a:stretch>
        </p:blipFill>
        <p:spPr>
          <a:xfrm>
            <a:off x="4267200" y="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403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130668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</p:childTnLst>
        </p:cTn>
      </p:par>
    </p:tnLst>
    <p:bldLst>
      <p:bldP spid="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GRAMMAR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007755"/>
              </p:ext>
            </p:extLst>
          </p:nvPr>
        </p:nvGraphicFramePr>
        <p:xfrm>
          <a:off x="1" y="1371600"/>
          <a:ext cx="9143999" cy="4800600"/>
        </p:xfrm>
        <a:graphic>
          <a:graphicData uri="http://schemas.openxmlformats.org/drawingml/2006/table">
            <a:tbl>
              <a:tblPr/>
              <a:tblGrid>
                <a:gridCol w="2367644"/>
                <a:gridCol w="1632857"/>
                <a:gridCol w="1469571"/>
                <a:gridCol w="3673927"/>
              </a:tblGrid>
              <a:tr h="56832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800" b="1" dirty="0">
                        <a:solidFill>
                          <a:srgbClr val="FF0000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SUBJECT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OBJECT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POSSESSIVE </a:t>
                      </a:r>
                      <a:r>
                        <a:rPr lang="en-US" sz="1800" b="1" dirty="0" smtClean="0">
                          <a:solidFill>
                            <a:srgbClr val="FF000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ADJECTIVE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33289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rgbClr val="0070C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TÔI</a:t>
                      </a:r>
                      <a:endParaRPr lang="en-US" sz="1800" b="1" dirty="0">
                        <a:solidFill>
                          <a:srgbClr val="0070C0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rgbClr val="0070C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BẠN</a:t>
                      </a:r>
                      <a:endParaRPr lang="en-US" sz="1800" b="1" dirty="0">
                        <a:solidFill>
                          <a:srgbClr val="0070C0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rgbClr val="0070C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ANH</a:t>
                      </a:r>
                      <a:r>
                        <a:rPr lang="en-US" sz="1800" b="1" baseline="0" dirty="0" smtClean="0">
                          <a:solidFill>
                            <a:srgbClr val="0070C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ẤY</a:t>
                      </a:r>
                      <a:endParaRPr lang="en-US" sz="1800" b="1" dirty="0">
                        <a:solidFill>
                          <a:srgbClr val="0070C0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rgbClr val="0070C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CÔ</a:t>
                      </a:r>
                      <a:r>
                        <a:rPr lang="en-US" sz="1800" b="1" baseline="0" dirty="0" smtClean="0">
                          <a:solidFill>
                            <a:srgbClr val="0070C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ẤY</a:t>
                      </a:r>
                      <a:endParaRPr lang="en-US" sz="1800" b="1" dirty="0">
                        <a:solidFill>
                          <a:srgbClr val="0070C0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rgbClr val="0070C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NÓ</a:t>
                      </a:r>
                      <a:endParaRPr lang="en-US" sz="1800" b="1" dirty="0">
                        <a:solidFill>
                          <a:srgbClr val="0070C0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</a:t>
                      </a:r>
                      <a:endParaRPr lang="en-US" sz="18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 marL="13525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YOU</a:t>
                      </a:r>
                    </a:p>
                    <a:p>
                      <a:pPr marL="13525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HE</a:t>
                      </a:r>
                    </a:p>
                    <a:p>
                      <a:pPr marL="13525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SHE</a:t>
                      </a:r>
                    </a:p>
                    <a:p>
                      <a:pPr marL="13525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ME</a:t>
                      </a:r>
                      <a:endParaRPr lang="en-US" sz="18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YOU</a:t>
                      </a: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HIM</a:t>
                      </a: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HER</a:t>
                      </a: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MY</a:t>
                      </a:r>
                      <a:r>
                        <a:rPr lang="en-US" sz="18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		</a:t>
                      </a:r>
                      <a:r>
                        <a:rPr lang="en-US" sz="18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HOUSE</a:t>
                      </a:r>
                      <a:endParaRPr lang="en-US" sz="18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YOUR	</a:t>
                      </a:r>
                      <a:r>
                        <a:rPr lang="en-US" sz="18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	HOUSE</a:t>
                      </a:r>
                      <a:endParaRPr lang="en-US" sz="18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HIS		</a:t>
                      </a:r>
                      <a:r>
                        <a:rPr lang="en-US" sz="18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HOUSE</a:t>
                      </a:r>
                      <a:endParaRPr lang="en-US" sz="18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HER		</a:t>
                      </a:r>
                      <a:r>
                        <a:rPr lang="en-US" sz="18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HOUSE</a:t>
                      </a:r>
                      <a:endParaRPr lang="en-US" sz="18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ITS		</a:t>
                      </a:r>
                      <a:r>
                        <a:rPr lang="en-US" sz="18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HOUSE</a:t>
                      </a:r>
                      <a:endParaRPr lang="en-US" sz="18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99383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rgbClr val="0070C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CHÚNG</a:t>
                      </a:r>
                      <a:r>
                        <a:rPr lang="en-US" sz="1800" b="1" baseline="0" dirty="0" smtClean="0">
                          <a:solidFill>
                            <a:srgbClr val="0070C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TÔI</a:t>
                      </a:r>
                      <a:endParaRPr lang="en-US" sz="1800" b="1" dirty="0">
                        <a:solidFill>
                          <a:srgbClr val="0070C0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rgbClr val="0070C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CÁC</a:t>
                      </a:r>
                      <a:r>
                        <a:rPr lang="en-US" sz="1800" b="1" baseline="0" dirty="0" smtClean="0">
                          <a:solidFill>
                            <a:srgbClr val="0070C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BẠN</a:t>
                      </a:r>
                      <a:endParaRPr lang="en-US" sz="1800" b="1" dirty="0">
                        <a:solidFill>
                          <a:srgbClr val="0070C0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rgbClr val="0070C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CHÚNG,</a:t>
                      </a:r>
                      <a:r>
                        <a:rPr lang="en-US" sz="1800" b="1" baseline="0" dirty="0" smtClean="0">
                          <a:solidFill>
                            <a:srgbClr val="0070C0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HỌ</a:t>
                      </a:r>
                      <a:endParaRPr lang="en-US" sz="1800" b="1" dirty="0">
                        <a:solidFill>
                          <a:srgbClr val="0070C0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WE</a:t>
                      </a:r>
                      <a:endParaRPr lang="en-US" sz="18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 marL="13525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YOU </a:t>
                      </a:r>
                    </a:p>
                    <a:p>
                      <a:pPr marL="13525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US</a:t>
                      </a:r>
                      <a:endParaRPr lang="en-US" sz="18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YOU</a:t>
                      </a: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OUR</a:t>
                      </a:r>
                      <a:r>
                        <a:rPr lang="en-US" sz="18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		</a:t>
                      </a:r>
                      <a:r>
                        <a:rPr lang="en-US" sz="18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HOUSE</a:t>
                      </a:r>
                      <a:endParaRPr lang="en-US" sz="18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YOUR	</a:t>
                      </a:r>
                      <a:r>
                        <a:rPr lang="en-US" sz="18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	HOUSE</a:t>
                      </a: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THEIR		HOUSE</a:t>
                      </a:r>
                      <a:endParaRPr lang="en-US" sz="18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0" y="400108"/>
            <a:ext cx="9144000" cy="75600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PRONOUNS</a:t>
            </a:r>
          </a:p>
        </p:txBody>
      </p:sp>
    </p:spTree>
    <p:extLst>
      <p:ext uri="{BB962C8B-B14F-4D97-AF65-F5344CB8AC3E}">
        <p14:creationId xmlns:p14="http://schemas.microsoft.com/office/powerpoint/2010/main" val="3167033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38472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CONVERSATION – WHERE ARE YOU FROM?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-13647" y="4847006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HOMEWORK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-6824" y="54102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Chép tất cả các danh từ trong phần vocabulary, mỗi chữ 2 dòng vào vở bài tập B.</a:t>
            </a:r>
          </a:p>
          <a:p>
            <a:r>
              <a:rPr lang="en-US" sz="180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Viết 1 dòng số ít, 1 dòng số nhiều. </a:t>
            </a:r>
            <a:endParaRPr lang="en-US" sz="1800" dirty="0">
              <a:ln w="10541" cmpd="sng">
                <a:solidFill>
                  <a:srgbClr val="FF0000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70877"/>
            <a:ext cx="9144000" cy="38318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JOHN: 	Hi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! </a:t>
            </a: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My name is John. What’s your name?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MAI: 	I’m MAI.</a:t>
            </a:r>
            <a:endParaRPr lang="vi-VN" dirty="0">
              <a:solidFill>
                <a:srgbClr val="00B05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JOHN: 	My? How do you spell that?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MAI:	M.A.I.</a:t>
            </a:r>
            <a:endParaRPr lang="vi-VN" dirty="0">
              <a:solidFill>
                <a:srgbClr val="00B05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JOHN: 	Oh. Nice to meet you, Mai.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MAI </a:t>
            </a:r>
            <a:r>
              <a:rPr lang="en-US" b="1" dirty="0" smtClean="0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	Glad to see you, John.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JOHN:	So, where are you from, Mai?</a:t>
            </a:r>
            <a:endParaRPr lang="en-US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MAI </a:t>
            </a:r>
            <a:r>
              <a:rPr lang="en-US" b="1" dirty="0" smtClean="0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	I’m from </a:t>
            </a:r>
            <a:r>
              <a:rPr lang="en-US" b="1" dirty="0" err="1" smtClean="0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Dalat</a:t>
            </a:r>
            <a:r>
              <a:rPr lang="en-US" b="1" dirty="0" smtClean="0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Vietnam. How about you, John?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JOHN:	Oh. I’m from Texas, U.S.A.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57" b="6857"/>
          <a:stretch/>
        </p:blipFill>
        <p:spPr>
          <a:xfrm>
            <a:off x="6629400" y="990600"/>
            <a:ext cx="2417522" cy="297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671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9" grpId="0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208</Words>
  <Application>Microsoft Office PowerPoint</Application>
  <PresentationFormat>On-screen Show (4:3)</PresentationFormat>
  <Paragraphs>201</Paragraphs>
  <Slides>7</Slides>
  <Notes>3</Notes>
  <HiddenSlides>0</HiddenSlides>
  <MMClips>2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UNIT 7A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Mister Nice Guy</dc:creator>
  <cp:lastModifiedBy>TuanTran-PC</cp:lastModifiedBy>
  <cp:revision>65</cp:revision>
  <dcterms:created xsi:type="dcterms:W3CDTF">2008-12-29T08:52:48Z</dcterms:created>
  <dcterms:modified xsi:type="dcterms:W3CDTF">2017-07-08T11:02:21Z</dcterms:modified>
</cp:coreProperties>
</file>