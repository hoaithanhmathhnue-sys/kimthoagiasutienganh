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56" r:id="rId4"/>
    <p:sldId id="257" r:id="rId5"/>
    <p:sldId id="264" r:id="rId6"/>
    <p:sldId id="265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57E97-EC72-4493-8451-98DB90CF7D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4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18" Type="http://schemas.openxmlformats.org/officeDocument/2006/relationships/image" Target="../media/image20.jpeg"/><Relationship Id="rId26" Type="http://schemas.openxmlformats.org/officeDocument/2006/relationships/image" Target="../media/image28.jpeg"/><Relationship Id="rId3" Type="http://schemas.openxmlformats.org/officeDocument/2006/relationships/image" Target="../media/image5.jpeg"/><Relationship Id="rId21" Type="http://schemas.openxmlformats.org/officeDocument/2006/relationships/image" Target="../media/image23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17" Type="http://schemas.openxmlformats.org/officeDocument/2006/relationships/image" Target="../media/image19.wmf"/><Relationship Id="rId25" Type="http://schemas.openxmlformats.org/officeDocument/2006/relationships/image" Target="../media/image27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jpeg"/><Relationship Id="rId20" Type="http://schemas.openxmlformats.org/officeDocument/2006/relationships/image" Target="../media/image22.wmf"/><Relationship Id="rId29" Type="http://schemas.openxmlformats.org/officeDocument/2006/relationships/image" Target="../media/image31.jpeg"/><Relationship Id="rId1" Type="http://schemas.openxmlformats.org/officeDocument/2006/relationships/audio" Target="file:///C:\Quick%20Reaction%202010\QR%201\Quick%20Reaction%201%20-%202010\02%20Track%202%20-%203A.wma" TargetMode="External"/><Relationship Id="rId6" Type="http://schemas.openxmlformats.org/officeDocument/2006/relationships/image" Target="../media/image8.wmf"/><Relationship Id="rId11" Type="http://schemas.openxmlformats.org/officeDocument/2006/relationships/image" Target="../media/image13.jpeg"/><Relationship Id="rId24" Type="http://schemas.openxmlformats.org/officeDocument/2006/relationships/image" Target="../media/image26.jpeg"/><Relationship Id="rId5" Type="http://schemas.openxmlformats.org/officeDocument/2006/relationships/image" Target="../media/image7.jpeg"/><Relationship Id="rId15" Type="http://schemas.openxmlformats.org/officeDocument/2006/relationships/image" Target="../media/image17.jpeg"/><Relationship Id="rId23" Type="http://schemas.openxmlformats.org/officeDocument/2006/relationships/image" Target="../media/image25.wmf"/><Relationship Id="rId28" Type="http://schemas.openxmlformats.org/officeDocument/2006/relationships/image" Target="../media/image30.jpeg"/><Relationship Id="rId10" Type="http://schemas.openxmlformats.org/officeDocument/2006/relationships/image" Target="../media/image12.wmf"/><Relationship Id="rId19" Type="http://schemas.openxmlformats.org/officeDocument/2006/relationships/image" Target="../media/image21.jpeg"/><Relationship Id="rId31" Type="http://schemas.openxmlformats.org/officeDocument/2006/relationships/image" Target="../media/image33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Relationship Id="rId22" Type="http://schemas.openxmlformats.org/officeDocument/2006/relationships/image" Target="../media/image24.jpeg"/><Relationship Id="rId27" Type="http://schemas.openxmlformats.org/officeDocument/2006/relationships/image" Target="../media/image29.jpeg"/><Relationship Id="rId30" Type="http://schemas.openxmlformats.org/officeDocument/2006/relationships/image" Target="../media/image3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THIS IS MY HOUSE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141863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/s/ 					/ʃ/</a:t>
            </a:r>
            <a:r>
              <a:rPr lang="en-US" sz="3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</a:t>
            </a:r>
            <a:r>
              <a:rPr 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	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C 					she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sea 					she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seat 					sheet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see 					she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sock 				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shock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81000" y="768794"/>
            <a:ext cx="4876800" cy="256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What’s this?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This is my house.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And what’s that?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That is the living room.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3" descr="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984" y="1143000"/>
            <a:ext cx="6123573" cy="437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566786"/>
            <a:ext cx="66341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This is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my house.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That is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the living room.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12"/>
          <a:stretch/>
        </p:blipFill>
        <p:spPr>
          <a:xfrm>
            <a:off x="-304800" y="2009745"/>
            <a:ext cx="4501444" cy="304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2"/>
          <a:stretch/>
        </p:blipFill>
        <p:spPr>
          <a:xfrm>
            <a:off x="4267200" y="3352800"/>
            <a:ext cx="5013658" cy="3409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52400" y="533401"/>
          <a:ext cx="8763000" cy="6095999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</a:tblGrid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5800" y="606836"/>
            <a:ext cx="7829550" cy="6003513"/>
            <a:chOff x="685800" y="304800"/>
            <a:chExt cx="7829550" cy="6305550"/>
          </a:xfrm>
        </p:grpSpPr>
        <p:pic>
          <p:nvPicPr>
            <p:cNvPr id="1048" name="Picture 24" descr="motorcycl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8200" y="1319590"/>
              <a:ext cx="1047750" cy="690185"/>
            </a:xfrm>
            <a:prstGeom prst="rect">
              <a:avLst/>
            </a:prstGeom>
            <a:noFill/>
          </p:spPr>
        </p:pic>
        <p:pic>
          <p:nvPicPr>
            <p:cNvPr id="1043" name="Picture 19" descr="slee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71800" y="2133600"/>
              <a:ext cx="1181100" cy="781050"/>
            </a:xfrm>
            <a:prstGeom prst="rect">
              <a:avLst/>
            </a:prstGeom>
            <a:noFill/>
          </p:spPr>
        </p:pic>
        <p:pic>
          <p:nvPicPr>
            <p:cNvPr id="1035" name="Picture 11" descr="watch2_resize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24200" y="4037596"/>
              <a:ext cx="869950" cy="686803"/>
            </a:xfrm>
            <a:prstGeom prst="rect">
              <a:avLst/>
            </a:prstGeom>
            <a:noFill/>
          </p:spPr>
        </p:pic>
        <p:pic>
          <p:nvPicPr>
            <p:cNvPr id="1030" name="Picture 6" descr="KITCH03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019675" y="4911286"/>
              <a:ext cx="1381125" cy="756090"/>
            </a:xfrm>
            <a:prstGeom prst="rect">
              <a:avLst/>
            </a:prstGeom>
            <a:noFill/>
          </p:spPr>
        </p:pic>
        <p:pic>
          <p:nvPicPr>
            <p:cNvPr id="1052" name="Picture 28" descr="ca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85800" y="304800"/>
              <a:ext cx="1209675" cy="685800"/>
            </a:xfrm>
            <a:prstGeom prst="rect">
              <a:avLst/>
            </a:prstGeom>
            <a:noFill/>
          </p:spPr>
        </p:pic>
        <p:pic>
          <p:nvPicPr>
            <p:cNvPr id="1051" name="Picture 27" descr="bed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819400" y="381000"/>
              <a:ext cx="1219200" cy="704850"/>
            </a:xfrm>
            <a:prstGeom prst="rect">
              <a:avLst/>
            </a:prstGeom>
            <a:noFill/>
          </p:spPr>
        </p:pic>
        <p:pic>
          <p:nvPicPr>
            <p:cNvPr id="1050" name="Picture 26" descr="door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334000" y="304800"/>
              <a:ext cx="685800" cy="733425"/>
            </a:xfrm>
            <a:prstGeom prst="rect">
              <a:avLst/>
            </a:prstGeom>
            <a:noFill/>
          </p:spPr>
        </p:pic>
        <p:pic>
          <p:nvPicPr>
            <p:cNvPr id="1049" name="Picture 25" descr="FOOD568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391400" y="304800"/>
              <a:ext cx="857250" cy="742950"/>
            </a:xfrm>
            <a:prstGeom prst="rect">
              <a:avLst/>
            </a:prstGeom>
            <a:noFill/>
          </p:spPr>
        </p:pic>
        <p:pic>
          <p:nvPicPr>
            <p:cNvPr id="1047" name="Picture 23" descr="enter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124200" y="1219200"/>
              <a:ext cx="781050" cy="800100"/>
            </a:xfrm>
            <a:prstGeom prst="rect">
              <a:avLst/>
            </a:prstGeom>
            <a:noFill/>
          </p:spPr>
        </p:pic>
        <p:pic>
          <p:nvPicPr>
            <p:cNvPr id="1046" name="Picture 22" descr="open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334000" y="1219200"/>
              <a:ext cx="666750" cy="790575"/>
            </a:xfrm>
            <a:prstGeom prst="rect">
              <a:avLst/>
            </a:prstGeom>
            <a:noFill/>
          </p:spPr>
        </p:pic>
        <p:pic>
          <p:nvPicPr>
            <p:cNvPr id="1045" name="Picture 21" descr="pan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391400" y="1219200"/>
              <a:ext cx="981075" cy="752475"/>
            </a:xfrm>
            <a:prstGeom prst="rect">
              <a:avLst/>
            </a:prstGeom>
            <a:noFill/>
          </p:spPr>
        </p:pic>
        <p:pic>
          <p:nvPicPr>
            <p:cNvPr id="1044" name="Picture 20" descr="BICycle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800100" y="2133600"/>
              <a:ext cx="1104900" cy="800100"/>
            </a:xfrm>
            <a:prstGeom prst="rect">
              <a:avLst/>
            </a:prstGeom>
            <a:noFill/>
          </p:spPr>
        </p:pic>
        <p:pic>
          <p:nvPicPr>
            <p:cNvPr id="1042" name="Picture 18" descr="CURTAIN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257800" y="2133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1041" name="Picture 17" descr="cup2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7315200" y="2103640"/>
              <a:ext cx="990600" cy="801485"/>
            </a:xfrm>
            <a:prstGeom prst="rect">
              <a:avLst/>
            </a:prstGeom>
            <a:noFill/>
          </p:spPr>
        </p:pic>
        <p:pic>
          <p:nvPicPr>
            <p:cNvPr id="1040" name="Picture 16" descr="POKCAT7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066800" y="3034266"/>
              <a:ext cx="762000" cy="832884"/>
            </a:xfrm>
            <a:prstGeom prst="rect">
              <a:avLst/>
            </a:prstGeom>
            <a:noFill/>
          </p:spPr>
        </p:pic>
        <p:pic>
          <p:nvPicPr>
            <p:cNvPr id="1039" name="Picture 15" descr="bathroom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276600" y="3048000"/>
              <a:ext cx="552450" cy="761711"/>
            </a:xfrm>
            <a:prstGeom prst="rect">
              <a:avLst/>
            </a:prstGeom>
            <a:noFill/>
          </p:spPr>
        </p:pic>
        <p:pic>
          <p:nvPicPr>
            <p:cNvPr id="1038" name="Picture 14" descr="CARPNTR1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5238545" y="3048000"/>
              <a:ext cx="1009855" cy="809625"/>
            </a:xfrm>
            <a:prstGeom prst="rect">
              <a:avLst/>
            </a:prstGeom>
            <a:noFill/>
          </p:spPr>
        </p:pic>
        <p:pic>
          <p:nvPicPr>
            <p:cNvPr id="1037" name="Picture 13" descr="PLATTER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7239000" y="2971800"/>
              <a:ext cx="1266825" cy="885825"/>
            </a:xfrm>
            <a:prstGeom prst="rect">
              <a:avLst/>
            </a:prstGeom>
            <a:noFill/>
          </p:spPr>
        </p:pic>
        <p:pic>
          <p:nvPicPr>
            <p:cNvPr id="1036" name="Picture 12" descr="dog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990600" y="3943958"/>
              <a:ext cx="838200" cy="847117"/>
            </a:xfrm>
            <a:prstGeom prst="rect">
              <a:avLst/>
            </a:prstGeom>
            <a:noFill/>
          </p:spPr>
        </p:pic>
        <p:pic>
          <p:nvPicPr>
            <p:cNvPr id="1034" name="Picture 10" descr="ceiling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5410200" y="3990008"/>
              <a:ext cx="581025" cy="791541"/>
            </a:xfrm>
            <a:prstGeom prst="rect">
              <a:avLst/>
            </a:prstGeom>
            <a:noFill/>
          </p:spPr>
        </p:pic>
        <p:pic>
          <p:nvPicPr>
            <p:cNvPr id="1033" name="Picture 9" descr="SOUPSPN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7620000" y="3962400"/>
              <a:ext cx="590550" cy="885825"/>
            </a:xfrm>
            <a:prstGeom prst="rect">
              <a:avLst/>
            </a:prstGeom>
            <a:noFill/>
          </p:spPr>
        </p:pic>
        <p:pic>
          <p:nvPicPr>
            <p:cNvPr id="1032" name="Picture 8" descr="gardener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809625" y="4876800"/>
              <a:ext cx="1247775" cy="723900"/>
            </a:xfrm>
            <a:prstGeom prst="rect">
              <a:avLst/>
            </a:prstGeom>
            <a:noFill/>
          </p:spPr>
        </p:pic>
        <p:pic>
          <p:nvPicPr>
            <p:cNvPr id="1031" name="Picture 7" descr="INTFD061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3124200" y="4874741"/>
              <a:ext cx="781050" cy="802159"/>
            </a:xfrm>
            <a:prstGeom prst="rect">
              <a:avLst/>
            </a:prstGeom>
            <a:noFill/>
          </p:spPr>
        </p:pic>
        <p:pic>
          <p:nvPicPr>
            <p:cNvPr id="1029" name="Picture 5" descr="KNIFE"/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7391400" y="4876800"/>
              <a:ext cx="1123950" cy="733425"/>
            </a:xfrm>
            <a:prstGeom prst="rect">
              <a:avLst/>
            </a:prstGeom>
            <a:noFill/>
          </p:spPr>
        </p:pic>
        <p:pic>
          <p:nvPicPr>
            <p:cNvPr id="1028" name="Picture 4" descr="LAMP"/>
            <p:cNvPicPr>
              <a:picLocks noChangeAspect="1" noChangeArrowheads="1"/>
            </p:cNvPicPr>
            <p:nvPr/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1143000" y="5791200"/>
              <a:ext cx="647700" cy="809625"/>
            </a:xfrm>
            <a:prstGeom prst="rect">
              <a:avLst/>
            </a:prstGeom>
            <a:noFill/>
          </p:spPr>
        </p:pic>
        <p:pic>
          <p:nvPicPr>
            <p:cNvPr id="1027" name="Picture 3" descr="B1ARCH81"/>
            <p:cNvPicPr>
              <a:picLocks noChangeAspect="1" noChangeArrowheads="1"/>
            </p:cNvPicPr>
            <p:nvPr/>
          </p:nvPicPr>
          <p:blipFill>
            <a:blip r:embed="rId28" cstate="print">
              <a:lum contrast="48000"/>
            </a:blip>
            <a:srcRect l="13086" t="28935"/>
            <a:stretch>
              <a:fillRect/>
            </a:stretch>
          </p:blipFill>
          <p:spPr bwMode="auto">
            <a:xfrm>
              <a:off x="3124200" y="5791200"/>
              <a:ext cx="828675" cy="819150"/>
            </a:xfrm>
            <a:prstGeom prst="rect">
              <a:avLst/>
            </a:prstGeom>
            <a:noFill/>
          </p:spPr>
        </p:pic>
        <p:pic>
          <p:nvPicPr>
            <p:cNvPr id="1026" name="Picture 2" descr="lunchtime break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5257800" y="5791200"/>
              <a:ext cx="762000" cy="753341"/>
            </a:xfrm>
            <a:prstGeom prst="rect">
              <a:avLst/>
            </a:prstGeom>
            <a:noFill/>
          </p:spPr>
        </p:pic>
        <p:pic>
          <p:nvPicPr>
            <p:cNvPr id="1025" name="Picture 1" descr="FORK1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7772400" y="5791200"/>
              <a:ext cx="276225" cy="809625"/>
            </a:xfrm>
            <a:prstGeom prst="rect">
              <a:avLst/>
            </a:prstGeom>
            <a:noFill/>
          </p:spPr>
        </p:pic>
      </p:grpSp>
      <p:pic>
        <p:nvPicPr>
          <p:cNvPr id="33" name="02 Track 2 - 3A.wm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1"/>
          <a:stretch>
            <a:fillRect/>
          </a:stretch>
        </p:blipFill>
        <p:spPr>
          <a:xfrm>
            <a:off x="8839200" y="655320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3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71130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audio>
              <p:cMediaNode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  <p:bldLst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142869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Noun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(Danh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tiếng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chỉ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tên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người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hay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đô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b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Example (Ví dụ): a man, a dog, a table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Plural form of a noun 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Sô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́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nhiều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của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 smtClean="0">
              <a:ln w="10160">
                <a:noFill/>
                <a:prstDash val="solid"/>
              </a:ln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899309"/>
            <a:ext cx="9144000" cy="4304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15000"/>
              </a:lnSpc>
              <a:buFont typeface="+mj-lt"/>
              <a:buAutoNum type="arabicPeriod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a book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pen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pens</a:t>
            </a:r>
          </a:p>
          <a:p>
            <a:pPr lvl="1">
              <a:lnSpc>
                <a:spcPct val="115000"/>
              </a:lnSpc>
              <a:buFont typeface="+mj-lt"/>
              <a:buAutoNum type="arabicPeriod" startAt="2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(E)S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sau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S, X, CE, SE, Z, CH, SH, GE.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box   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boxes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an orange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oranges</a:t>
            </a:r>
          </a:p>
          <a:p>
            <a:pPr lvl="1">
              <a:lnSpc>
                <a:spcPct val="115000"/>
              </a:lnSpc>
              <a:buFont typeface="+mj-lt"/>
              <a:buAutoNum type="arabicPeriod" startAt="3"/>
            </a:pP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Theâm ES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âm)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tomato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tomatoes</a:t>
            </a:r>
          </a:p>
          <a:p>
            <a:pPr lvl="1"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radio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radios (vì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 I)</a:t>
            </a:r>
          </a:p>
          <a:p>
            <a:pPr lvl="1">
              <a:lnSpc>
                <a:spcPct val="115000"/>
              </a:lnSpc>
              <a:buFont typeface="+mj-lt"/>
              <a:buAutoNum type="arabicPeriod" startAt="4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IES (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vi-VN" sz="1700" b="1" i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city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cities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toy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toys (vì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rước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 O)</a:t>
            </a:r>
          </a:p>
          <a:p>
            <a:pPr lvl="1">
              <a:lnSpc>
                <a:spcPct val="115000"/>
              </a:lnSpc>
              <a:buFont typeface="+mj-lt"/>
              <a:buAutoNum type="arabicPeriod" startAt="5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FE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ành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 </a:t>
            </a:r>
            <a:r>
              <a:rPr lang="vi-VN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knife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knives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leaf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leaves</a:t>
            </a:r>
            <a:endParaRPr lang="vi-VN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0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2209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Hi. My name is Jack. What’s </a:t>
            </a:r>
            <a:r>
              <a:rPr lang="en-US" sz="18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your name?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	I’m Kate. 		</a:t>
            </a:r>
            <a:r>
              <a:rPr lang="en-US" sz="1800" b="1" i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It’s nice to meet you, Kate. 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</a:t>
            </a:r>
            <a:r>
              <a:rPr lang="en-US" sz="1800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Nice to meet you, too. </a:t>
            </a:r>
            <a:r>
              <a:rPr lang="en-US" sz="1800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NICE TO MEET YOU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tất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vocabulary,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chữ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vở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B. </a:t>
            </a:r>
          </a:p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ít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800" dirty="0" smtClean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762000"/>
            <a:ext cx="2438400" cy="3044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  <p:bldP spid="7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143</Words>
  <Application>Microsoft Office PowerPoint</Application>
  <PresentationFormat>On-screen Show (4:3)</PresentationFormat>
  <Paragraphs>72</Paragraphs>
  <Slides>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Tahoma</vt:lpstr>
      <vt:lpstr>Wingdings</vt:lpstr>
      <vt:lpstr>Office Theme</vt:lpstr>
      <vt:lpstr>UNIT 5A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125</cp:revision>
  <dcterms:created xsi:type="dcterms:W3CDTF">2008-12-29T06:41:19Z</dcterms:created>
  <dcterms:modified xsi:type="dcterms:W3CDTF">2017-07-08T09:37:03Z</dcterms:modified>
</cp:coreProperties>
</file>