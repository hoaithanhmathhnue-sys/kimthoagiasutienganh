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4" r:id="rId4"/>
    <p:sldId id="263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8A5B9A-0850-4645-8B23-3BFE7CEEED5F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25546-BA96-40C1-A945-AE303F12CFD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6576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</a:p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</a:t>
            </a:r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YOU WANT A CAR?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5435025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1.1)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10A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6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8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1.1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66800" y="2743199"/>
            <a:ext cx="7315200" cy="20313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 YOU		WANT A CAR?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YES, I		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NO, I DON’T	WANT </a:t>
            </a:r>
            <a:r>
              <a:rPr lang="en-US" sz="36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</a:t>
            </a:r>
            <a:r>
              <a:rPr lang="en-US" sz="36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CAR.</a:t>
            </a:r>
          </a:p>
          <a:p>
            <a:endParaRPr lang="en-US" b="1" dirty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FORMING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501566"/>
              </p:ext>
            </p:extLst>
          </p:nvPr>
        </p:nvGraphicFramePr>
        <p:xfrm>
          <a:off x="152400" y="533406"/>
          <a:ext cx="8839147" cy="61722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381751"/>
                <a:gridCol w="2539985"/>
                <a:gridCol w="2377426"/>
                <a:gridCol w="2539985"/>
              </a:tblGrid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car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house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eraser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ruler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Like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sports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movies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Hate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fish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pork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drum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piano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guitar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clothes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notebook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knife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jeans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gloves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shop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curtains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breakfast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dinner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baby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600" b="1" i="0" u="none" strike="noStrike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potatoes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bananas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Mend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skirts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trousers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Brush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teeth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Comb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 hair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439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A: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Excuse me!		 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A: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want a car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?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A: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want a </a:t>
            </a:r>
            <a:r>
              <a:rPr lang="en-US" u="sng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house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? 	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endParaRPr lang="en-US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B: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Yes?		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B: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Yes. I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want a car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	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 B: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No, I don’t </a:t>
            </a:r>
            <a:r>
              <a:rPr lang="en-US" u="sng" dirty="0">
                <a:latin typeface="Tahoma" pitchFamily="34" charset="0"/>
                <a:ea typeface="Tahoma" pitchFamily="34" charset="0"/>
                <a:cs typeface="Tahoma" pitchFamily="34" charset="0"/>
              </a:rPr>
              <a:t>want a house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312685"/>
              </p:ext>
            </p:extLst>
          </p:nvPr>
        </p:nvGraphicFramePr>
        <p:xfrm>
          <a:off x="152400" y="1150620"/>
          <a:ext cx="8839147" cy="55549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381751"/>
                <a:gridCol w="2539985"/>
                <a:gridCol w="2377426"/>
                <a:gridCol w="2539985"/>
              </a:tblGrid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car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house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pencil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 eraser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ruler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Like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sports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movies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Hate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fish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beef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pork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Love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animals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beer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drum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piano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guitar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clothes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ties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kitchen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sofa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notebook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knife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Sweep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wall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ceiling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Iron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jeans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gloves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Open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Close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shop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curtains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door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breakfast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dinner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dog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baby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Peel</a:t>
                      </a:r>
                      <a:endParaRPr lang="en-US" sz="1600" b="1" i="0" u="none" strike="noStrike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potatoes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tomatoes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bananas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Keep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bag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money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key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Mend</a:t>
                      </a:r>
                      <a:endParaRPr lang="en-US" sz="16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T-shirts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skirts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trousers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7543" marR="7543" marT="7543" marB="0" anchor="ctr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1.1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5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252</Words>
  <Application>Microsoft Office PowerPoint</Application>
  <PresentationFormat>On-screen Show (4:3)</PresentationFormat>
  <Paragraphs>164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Mister Nice Guy</dc:creator>
  <cp:lastModifiedBy>TuanTran-PC</cp:lastModifiedBy>
  <cp:revision>139</cp:revision>
  <dcterms:created xsi:type="dcterms:W3CDTF">2008-12-29T09:10:48Z</dcterms:created>
  <dcterms:modified xsi:type="dcterms:W3CDTF">2017-07-08T10:05:59Z</dcterms:modified>
</cp:coreProperties>
</file>