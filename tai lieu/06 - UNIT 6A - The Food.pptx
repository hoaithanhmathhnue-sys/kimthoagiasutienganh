
<file path=[Content_Types].xml><?xml version="1.0" encoding="utf-8"?>
<Types xmlns="http://schemas.openxmlformats.org/package/2006/content-types">
  <Default Extension="png" ContentType="image/png"/>
  <Default Extension="mp3" ContentType="audio/unknown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9"/>
  </p:handoutMasterIdLst>
  <p:sldIdLst>
    <p:sldId id="263" r:id="rId2"/>
    <p:sldId id="266" r:id="rId3"/>
    <p:sldId id="256" r:id="rId4"/>
    <p:sldId id="257" r:id="rId5"/>
    <p:sldId id="267" r:id="rId6"/>
    <p:sldId id="264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4667" autoAdjust="0"/>
  </p:normalViewPr>
  <p:slideViewPr>
    <p:cSldViewPr>
      <p:cViewPr varScale="1">
        <p:scale>
          <a:sx n="56" d="100"/>
          <a:sy n="56" d="100"/>
        </p:scale>
        <p:origin x="-94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250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7C747-C7C9-432B-95FF-9F631E82649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F54FB-389A-46DE-845A-287F5C5195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742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FB7A-6ED9-4C35-97E6-B24363A9F49D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9CDE-85F2-494F-9F78-C73D4E6ED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FB7A-6ED9-4C35-97E6-B24363A9F49D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9CDE-85F2-494F-9F78-C73D4E6ED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FB7A-6ED9-4C35-97E6-B24363A9F49D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9CDE-85F2-494F-9F78-C73D4E6ED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FB7A-6ED9-4C35-97E6-B24363A9F49D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9CDE-85F2-494F-9F78-C73D4E6ED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FB7A-6ED9-4C35-97E6-B24363A9F49D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9CDE-85F2-494F-9F78-C73D4E6ED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FB7A-6ED9-4C35-97E6-B24363A9F49D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9CDE-85F2-494F-9F78-C73D4E6ED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FB7A-6ED9-4C35-97E6-B24363A9F49D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9CDE-85F2-494F-9F78-C73D4E6ED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FB7A-6ED9-4C35-97E6-B24363A9F49D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9CDE-85F2-494F-9F78-C73D4E6ED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FB7A-6ED9-4C35-97E6-B24363A9F49D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9CDE-85F2-494F-9F78-C73D4E6ED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FB7A-6ED9-4C35-97E6-B24363A9F49D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9CDE-85F2-494F-9F78-C73D4E6ED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FB7A-6ED9-4C35-97E6-B24363A9F49D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9CDE-85F2-494F-9F78-C73D4E6ED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FFB7A-6ED9-4C35-97E6-B24363A9F49D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99CDE-85F2-494F-9F78-C73D4E6ED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wmf"/><Relationship Id="rId18" Type="http://schemas.openxmlformats.org/officeDocument/2006/relationships/image" Target="../media/image16.jpeg"/><Relationship Id="rId26" Type="http://schemas.openxmlformats.org/officeDocument/2006/relationships/image" Target="../media/image22.jpeg"/><Relationship Id="rId3" Type="http://schemas.openxmlformats.org/officeDocument/2006/relationships/audio" Target="../media/media1.mp3"/><Relationship Id="rId21" Type="http://schemas.openxmlformats.org/officeDocument/2006/relationships/image" Target="../media/image19.wmf"/><Relationship Id="rId7" Type="http://schemas.openxmlformats.org/officeDocument/2006/relationships/image" Target="../media/image5.jpeg"/><Relationship Id="rId12" Type="http://schemas.openxmlformats.org/officeDocument/2006/relationships/image" Target="../media/image10.wmf"/><Relationship Id="rId17" Type="http://schemas.openxmlformats.org/officeDocument/2006/relationships/image" Target="../media/image15.jpeg"/><Relationship Id="rId25" Type="http://schemas.openxmlformats.org/officeDocument/2006/relationships/image" Target="../media/image21.jpeg"/><Relationship Id="rId2" Type="http://schemas.microsoft.com/office/2007/relationships/media" Target="../media/media1.mp3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29" Type="http://schemas.openxmlformats.org/officeDocument/2006/relationships/image" Target="../media/image25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image" Target="../media/image9.jpeg"/><Relationship Id="rId24" Type="http://schemas.openxmlformats.org/officeDocument/2006/relationships/image" Target="../media/image2.png"/><Relationship Id="rId5" Type="http://schemas.openxmlformats.org/officeDocument/2006/relationships/image" Target="../media/image3.jpeg"/><Relationship Id="rId15" Type="http://schemas.openxmlformats.org/officeDocument/2006/relationships/image" Target="../media/image13.wmf"/><Relationship Id="rId23" Type="http://schemas.openxmlformats.org/officeDocument/2006/relationships/oleObject" Target="../embeddings/oleObject1.bin"/><Relationship Id="rId28" Type="http://schemas.openxmlformats.org/officeDocument/2006/relationships/image" Target="../media/image24.wmf"/><Relationship Id="rId10" Type="http://schemas.openxmlformats.org/officeDocument/2006/relationships/image" Target="../media/image8.jpeg"/><Relationship Id="rId19" Type="http://schemas.openxmlformats.org/officeDocument/2006/relationships/image" Target="../media/image17.jpeg"/><Relationship Id="rId31" Type="http://schemas.openxmlformats.org/officeDocument/2006/relationships/image" Target="../media/image27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7.jpeg"/><Relationship Id="rId14" Type="http://schemas.openxmlformats.org/officeDocument/2006/relationships/image" Target="../media/image12.jpeg"/><Relationship Id="rId22" Type="http://schemas.openxmlformats.org/officeDocument/2006/relationships/image" Target="../media/image20.jpeg"/><Relationship Id="rId27" Type="http://schemas.openxmlformats.org/officeDocument/2006/relationships/image" Target="../media/image23.jpeg"/><Relationship Id="rId30" Type="http://schemas.openxmlformats.org/officeDocument/2006/relationships/image" Target="../media/image2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wmf"/><Relationship Id="rId18" Type="http://schemas.openxmlformats.org/officeDocument/2006/relationships/image" Target="../media/image18.jpeg"/><Relationship Id="rId26" Type="http://schemas.openxmlformats.org/officeDocument/2006/relationships/image" Target="../media/image24.wmf"/><Relationship Id="rId3" Type="http://schemas.openxmlformats.org/officeDocument/2006/relationships/image" Target="../media/image3.jpeg"/><Relationship Id="rId21" Type="http://schemas.openxmlformats.org/officeDocument/2006/relationships/oleObject" Target="../embeddings/oleObject2.bin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17" Type="http://schemas.openxmlformats.org/officeDocument/2006/relationships/image" Target="../media/image17.jpeg"/><Relationship Id="rId25" Type="http://schemas.openxmlformats.org/officeDocument/2006/relationships/image" Target="../media/image23.jpe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6.jpeg"/><Relationship Id="rId20" Type="http://schemas.openxmlformats.org/officeDocument/2006/relationships/image" Target="../media/image20.jpeg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jpeg"/><Relationship Id="rId11" Type="http://schemas.openxmlformats.org/officeDocument/2006/relationships/image" Target="../media/image11.wmf"/><Relationship Id="rId24" Type="http://schemas.openxmlformats.org/officeDocument/2006/relationships/image" Target="../media/image22.jpeg"/><Relationship Id="rId5" Type="http://schemas.openxmlformats.org/officeDocument/2006/relationships/image" Target="../media/image5.jpeg"/><Relationship Id="rId15" Type="http://schemas.openxmlformats.org/officeDocument/2006/relationships/image" Target="../media/image15.jpeg"/><Relationship Id="rId23" Type="http://schemas.openxmlformats.org/officeDocument/2006/relationships/image" Target="../media/image21.jpeg"/><Relationship Id="rId28" Type="http://schemas.openxmlformats.org/officeDocument/2006/relationships/image" Target="../media/image26.jpeg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9.jpeg"/><Relationship Id="rId14" Type="http://schemas.openxmlformats.org/officeDocument/2006/relationships/image" Target="../media/image14.jpeg"/><Relationship Id="rId22" Type="http://schemas.openxmlformats.org/officeDocument/2006/relationships/image" Target="../media/image2.png"/><Relationship Id="rId27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5.jpeg"/><Relationship Id="rId18" Type="http://schemas.openxmlformats.org/officeDocument/2006/relationships/oleObject" Target="../embeddings/oleObject3.bin"/><Relationship Id="rId26" Type="http://schemas.openxmlformats.org/officeDocument/2006/relationships/image" Target="../media/image11.wmf"/><Relationship Id="rId3" Type="http://schemas.openxmlformats.org/officeDocument/2006/relationships/audio" Target="../media/media1.mp3"/><Relationship Id="rId21" Type="http://schemas.openxmlformats.org/officeDocument/2006/relationships/image" Target="../media/image22.jpeg"/><Relationship Id="rId7" Type="http://schemas.openxmlformats.org/officeDocument/2006/relationships/image" Target="../media/image10.wmf"/><Relationship Id="rId12" Type="http://schemas.openxmlformats.org/officeDocument/2006/relationships/image" Target="../media/image13.wmf"/><Relationship Id="rId17" Type="http://schemas.openxmlformats.org/officeDocument/2006/relationships/image" Target="../media/image20.jpeg"/><Relationship Id="rId25" Type="http://schemas.openxmlformats.org/officeDocument/2006/relationships/image" Target="../media/image6.jpeg"/><Relationship Id="rId2" Type="http://schemas.microsoft.com/office/2007/relationships/media" Target="../media/media1.mp3"/><Relationship Id="rId16" Type="http://schemas.openxmlformats.org/officeDocument/2006/relationships/image" Target="../media/image19.wmf"/><Relationship Id="rId20" Type="http://schemas.openxmlformats.org/officeDocument/2006/relationships/image" Target="../media/image21.jpeg"/><Relationship Id="rId29" Type="http://schemas.openxmlformats.org/officeDocument/2006/relationships/image" Target="../media/image28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11" Type="http://schemas.openxmlformats.org/officeDocument/2006/relationships/image" Target="../media/image12.jpeg"/><Relationship Id="rId24" Type="http://schemas.openxmlformats.org/officeDocument/2006/relationships/image" Target="../media/image14.jpeg"/><Relationship Id="rId5" Type="http://schemas.openxmlformats.org/officeDocument/2006/relationships/image" Target="../media/image3.jpeg"/><Relationship Id="rId15" Type="http://schemas.openxmlformats.org/officeDocument/2006/relationships/image" Target="../media/image18.jpeg"/><Relationship Id="rId23" Type="http://schemas.openxmlformats.org/officeDocument/2006/relationships/image" Target="../media/image24.wmf"/><Relationship Id="rId28" Type="http://schemas.openxmlformats.org/officeDocument/2006/relationships/image" Target="../media/image16.jpeg"/><Relationship Id="rId10" Type="http://schemas.openxmlformats.org/officeDocument/2006/relationships/image" Target="../media/image9.jpeg"/><Relationship Id="rId19" Type="http://schemas.openxmlformats.org/officeDocument/2006/relationships/image" Target="../media/image2.png"/><Relationship Id="rId31" Type="http://schemas.openxmlformats.org/officeDocument/2006/relationships/image" Target="../media/image27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7.jpeg"/><Relationship Id="rId14" Type="http://schemas.openxmlformats.org/officeDocument/2006/relationships/image" Target="../media/image17.jpeg"/><Relationship Id="rId22" Type="http://schemas.openxmlformats.org/officeDocument/2006/relationships/image" Target="../media/image23.jpeg"/><Relationship Id="rId27" Type="http://schemas.openxmlformats.org/officeDocument/2006/relationships/image" Target="../media/image8.jpeg"/><Relationship Id="rId30" Type="http://schemas.openxmlformats.org/officeDocument/2006/relationships/image" Target="../media/image2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2504126"/>
            <a:ext cx="4267200" cy="1139826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</a:t>
            </a:r>
            <a:r>
              <a:rPr lang="en-US" sz="6600" b="1" spc="50" dirty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6</a:t>
            </a:r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643952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6000" b="1" dirty="0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WHAT? </a:t>
            </a:r>
            <a:r>
              <a:rPr lang="en-US" sz="6000" b="1" dirty="0" smtClean="0">
                <a:ln>
                  <a:prstDash val="solid"/>
                </a:ln>
                <a:solidFill>
                  <a:srgbClr val="FF000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THE</a:t>
            </a:r>
            <a:r>
              <a:rPr lang="en-US" sz="6000" b="1" dirty="0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6000" b="1" dirty="0" smtClean="0">
                <a:ln>
                  <a:prstDash val="solid"/>
                </a:ln>
                <a:solidFill>
                  <a:srgbClr val="FF000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FOOD</a:t>
            </a:r>
            <a:endParaRPr lang="en-US" sz="6000" b="1" dirty="0">
              <a:ln>
                <a:prstDash val="solid"/>
              </a:ln>
              <a:solidFill>
                <a:srgbClr val="FF000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2895600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739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PRONUNCIATION – CONFUSING VOWEL SOUNDS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13648" y="1141863"/>
            <a:ext cx="914400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æ</a:t>
            </a:r>
            <a:r>
              <a:rPr lang="vi-VN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vi-VN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vi-VN" b="1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			ɒ</a:t>
            </a:r>
            <a:endParaRPr lang="vi-VN" dirty="0" smtClean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bat					bought</a:t>
            </a:r>
          </a:p>
          <a:p>
            <a:pPr>
              <a:lnSpc>
                <a:spcPct val="150000"/>
              </a:lnSpc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lack					lock</a:t>
            </a:r>
          </a:p>
          <a:p>
            <a:pPr>
              <a:lnSpc>
                <a:spcPct val="150000"/>
              </a:lnSpc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pad					pod</a:t>
            </a:r>
          </a:p>
          <a:p>
            <a:pPr>
              <a:lnSpc>
                <a:spcPct val="150000"/>
              </a:lnSpc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map					mop</a:t>
            </a:r>
          </a:p>
          <a:p>
            <a:pPr>
              <a:lnSpc>
                <a:spcPct val="150000"/>
              </a:lnSpc>
            </a:pPr>
            <a:endParaRPr lang="vi-VN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1200150" lvl="2" indent="-285750">
              <a:lnSpc>
                <a:spcPct val="150000"/>
              </a:lnSpc>
              <a:buFont typeface="Symbol" pitchFamily="18" charset="2"/>
              <a:buChar char=""/>
            </a:pPr>
            <a:r>
              <a:rPr lang="vi-VN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Pat bought an Ipad and an Ipod.</a:t>
            </a:r>
            <a:endParaRPr lang="vi-VN" b="1" i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			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0056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139871"/>
              </p:ext>
            </p:extLst>
          </p:nvPr>
        </p:nvGraphicFramePr>
        <p:xfrm>
          <a:off x="266700" y="608768"/>
          <a:ext cx="8534400" cy="6019800"/>
        </p:xfrm>
        <a:graphic>
          <a:graphicData uri="http://schemas.openxmlformats.org/drawingml/2006/table">
            <a:tbl>
              <a:tblPr/>
              <a:tblGrid>
                <a:gridCol w="1770242"/>
                <a:gridCol w="1793185"/>
                <a:gridCol w="1636105"/>
                <a:gridCol w="1704939"/>
                <a:gridCol w="1629929"/>
              </a:tblGrid>
              <a:tr h="12039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BREAD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SUGAR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MEAT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</a:t>
                      </a: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ORANGE</a:t>
                      </a: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COFFEE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RICE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BEEF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EGG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APPLE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SODA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CORN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PORK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ICE-CREAM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TOMATO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WATER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SALT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CHICKEN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CAKE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POTATO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BEER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PEPPER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FISH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BANANA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TEA</a:t>
                      </a: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MILK</a:t>
                      </a:r>
                      <a:endParaRPr lang="en-US" sz="12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– NOUNS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14400" y="708624"/>
            <a:ext cx="7848600" cy="5854101"/>
            <a:chOff x="914400" y="708624"/>
            <a:chExt cx="7848600" cy="5854101"/>
          </a:xfrm>
        </p:grpSpPr>
        <p:grpSp>
          <p:nvGrpSpPr>
            <p:cNvPr id="28" name="Group 27"/>
            <p:cNvGrpSpPr/>
            <p:nvPr/>
          </p:nvGrpSpPr>
          <p:grpSpPr>
            <a:xfrm>
              <a:off x="914400" y="708624"/>
              <a:ext cx="7848600" cy="5854101"/>
              <a:chOff x="914400" y="558759"/>
              <a:chExt cx="7848600" cy="6003966"/>
            </a:xfrm>
          </p:grpSpPr>
          <p:pic>
            <p:nvPicPr>
              <p:cNvPr id="1033" name="Picture 9" descr="turkey_resize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895600" y="4267200"/>
                <a:ext cx="895350" cy="862792"/>
              </a:xfrm>
              <a:prstGeom prst="rect">
                <a:avLst/>
              </a:prstGeom>
              <a:noFill/>
            </p:spPr>
          </p:pic>
          <p:pic>
            <p:nvPicPr>
              <p:cNvPr id="1049" name="Picture 25" descr="FOOD363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048139" y="609600"/>
                <a:ext cx="933061" cy="762000"/>
              </a:xfrm>
              <a:prstGeom prst="rect">
                <a:avLst/>
              </a:prstGeom>
              <a:noFill/>
            </p:spPr>
          </p:pic>
          <p:pic>
            <p:nvPicPr>
              <p:cNvPr id="1048" name="Picture 24" descr="sugar_resize"/>
              <p:cNvPicPr>
                <a:picLocks noChangeAspect="1" noChangeArrowheads="1"/>
              </p:cNvPicPr>
              <p:nvPr/>
            </p:nvPicPr>
            <p:blipFill>
              <a:blip r:embed="rId7"/>
              <a:srcRect l="12245" r="14285"/>
              <a:stretch>
                <a:fillRect/>
              </a:stretch>
            </p:blipFill>
            <p:spPr bwMode="auto">
              <a:xfrm>
                <a:off x="2792711" y="558759"/>
                <a:ext cx="950614" cy="914400"/>
              </a:xfrm>
              <a:prstGeom prst="rect">
                <a:avLst/>
              </a:prstGeom>
              <a:noFill/>
            </p:spPr>
          </p:pic>
          <p:pic>
            <p:nvPicPr>
              <p:cNvPr id="1047" name="Picture 23" descr="JFOOD054_resize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4572000" y="609601"/>
                <a:ext cx="857250" cy="792552"/>
              </a:xfrm>
              <a:prstGeom prst="rect">
                <a:avLst/>
              </a:prstGeom>
              <a:noFill/>
            </p:spPr>
          </p:pic>
          <p:pic>
            <p:nvPicPr>
              <p:cNvPr id="1046" name="Picture 22" descr="ORange"/>
              <p:cNvPicPr>
                <a:picLocks noChangeAspect="1" noChangeArrowheads="1"/>
              </p:cNvPicPr>
              <p:nvPr/>
            </p:nvPicPr>
            <p:blipFill rotWithShape="1">
              <a:blip r:embed="rId9" cstate="print"/>
              <a:srcRect r="8849"/>
              <a:stretch/>
            </p:blipFill>
            <p:spPr bwMode="auto">
              <a:xfrm>
                <a:off x="6477000" y="762000"/>
                <a:ext cx="638174" cy="609599"/>
              </a:xfrm>
              <a:prstGeom prst="rect">
                <a:avLst/>
              </a:prstGeom>
              <a:noFill/>
            </p:spPr>
          </p:pic>
          <p:pic>
            <p:nvPicPr>
              <p:cNvPr id="1045" name="Picture 21" descr="coffee"/>
              <p:cNvPicPr>
                <a:picLocks noChangeAspect="1" noChangeArrowheads="1"/>
              </p:cNvPicPr>
              <p:nvPr/>
            </p:nvPicPr>
            <p:blipFill rotWithShape="1">
              <a:blip r:embed="rId10"/>
              <a:srcRect r="7000"/>
              <a:stretch/>
            </p:blipFill>
            <p:spPr bwMode="auto">
              <a:xfrm>
                <a:off x="7848600" y="609600"/>
                <a:ext cx="885825" cy="796487"/>
              </a:xfrm>
              <a:prstGeom prst="rect">
                <a:avLst/>
              </a:prstGeom>
              <a:noFill/>
            </p:spPr>
          </p:pic>
          <p:pic>
            <p:nvPicPr>
              <p:cNvPr id="1044" name="Picture 20" descr="RICE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914400" y="1752600"/>
                <a:ext cx="971550" cy="990600"/>
              </a:xfrm>
              <a:prstGeom prst="rect">
                <a:avLst/>
              </a:prstGeom>
              <a:noFill/>
            </p:spPr>
          </p:pic>
          <p:pic>
            <p:nvPicPr>
              <p:cNvPr id="1043" name="Picture 19" descr="SALMON"/>
              <p:cNvPicPr>
                <a:picLocks noChangeAspect="1" noChangeArrowheads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2819400" y="1676400"/>
                <a:ext cx="942975" cy="971550"/>
              </a:xfrm>
              <a:prstGeom prst="rect">
                <a:avLst/>
              </a:prstGeom>
              <a:noFill/>
            </p:spPr>
          </p:pic>
          <p:pic>
            <p:nvPicPr>
              <p:cNvPr id="1042" name="Picture 18" descr="EGG"/>
              <p:cNvPicPr>
                <a:picLocks noChangeAspect="1" noChangeArrowheads="1"/>
              </p:cNvPicPr>
              <p:nvPr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4572000" y="1828800"/>
                <a:ext cx="931985" cy="914400"/>
              </a:xfrm>
              <a:prstGeom prst="rect">
                <a:avLst/>
              </a:prstGeom>
              <a:noFill/>
            </p:spPr>
          </p:pic>
          <p:pic>
            <p:nvPicPr>
              <p:cNvPr id="1040" name="Picture 16" descr="JFOOD056_resize"/>
              <p:cNvPicPr>
                <a:picLocks noChangeAspect="1" noChangeArrowheads="1"/>
              </p:cNvPicPr>
              <p:nvPr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8382000" y="1752600"/>
                <a:ext cx="276225" cy="990600"/>
              </a:xfrm>
              <a:prstGeom prst="rect">
                <a:avLst/>
              </a:prstGeom>
              <a:noFill/>
            </p:spPr>
          </p:pic>
          <p:pic>
            <p:nvPicPr>
              <p:cNvPr id="1039" name="Picture 15" descr="FRUIT051"/>
              <p:cNvPicPr>
                <a:picLocks noChangeAspect="1" noChangeArrowheads="1"/>
              </p:cNvPicPr>
              <p:nvPr/>
            </p:nvPicPr>
            <p:blipFill>
              <a:blip r:embed="rId15"/>
              <a:srcRect/>
              <a:stretch>
                <a:fillRect/>
              </a:stretch>
            </p:blipFill>
            <p:spPr bwMode="auto">
              <a:xfrm>
                <a:off x="1048536" y="3124200"/>
                <a:ext cx="989814" cy="762000"/>
              </a:xfrm>
              <a:prstGeom prst="rect">
                <a:avLst/>
              </a:prstGeom>
              <a:noFill/>
            </p:spPr>
          </p:pic>
          <p:pic>
            <p:nvPicPr>
              <p:cNvPr id="1038" name="Picture 14" descr="SWEDE026_resize"/>
              <p:cNvPicPr>
                <a:picLocks noChangeAspect="1" noChangeArrowheads="1"/>
              </p:cNvPicPr>
              <p:nvPr/>
            </p:nvPicPr>
            <p:blipFill>
              <a:blip r:embed="rId16"/>
              <a:srcRect/>
              <a:stretch>
                <a:fillRect/>
              </a:stretch>
            </p:blipFill>
            <p:spPr bwMode="auto">
              <a:xfrm>
                <a:off x="2705100" y="2971800"/>
                <a:ext cx="1028700" cy="923925"/>
              </a:xfrm>
              <a:prstGeom prst="rect">
                <a:avLst/>
              </a:prstGeom>
              <a:noFill/>
            </p:spPr>
          </p:pic>
          <p:pic>
            <p:nvPicPr>
              <p:cNvPr id="1037" name="Picture 13" descr="ice-cream2"/>
              <p:cNvPicPr>
                <a:picLocks noChangeAspect="1" noChangeArrowheads="1"/>
              </p:cNvPicPr>
              <p:nvPr/>
            </p:nvPicPr>
            <p:blipFill>
              <a:blip r:embed="rId17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4953000" y="3048000"/>
                <a:ext cx="466725" cy="827004"/>
              </a:xfrm>
              <a:prstGeom prst="rect">
                <a:avLst/>
              </a:prstGeom>
              <a:noFill/>
            </p:spPr>
          </p:pic>
          <p:pic>
            <p:nvPicPr>
              <p:cNvPr id="1035" name="Picture 11" descr="thirsty2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/>
              <a:stretch>
                <a:fillRect/>
              </a:stretch>
            </p:blipFill>
            <p:spPr bwMode="auto">
              <a:xfrm>
                <a:off x="7954526" y="3124201"/>
                <a:ext cx="770374" cy="762000"/>
              </a:xfrm>
              <a:prstGeom prst="rect">
                <a:avLst/>
              </a:prstGeom>
              <a:noFill/>
            </p:spPr>
          </p:pic>
          <p:pic>
            <p:nvPicPr>
              <p:cNvPr id="1034" name="Picture 10" descr="salt_resize"/>
              <p:cNvPicPr>
                <a:picLocks noChangeAspect="1" noChangeArrowheads="1"/>
              </p:cNvPicPr>
              <p:nvPr/>
            </p:nvPicPr>
            <p:blipFill>
              <a:blip r:embed="rId19"/>
              <a:srcRect/>
              <a:stretch>
                <a:fillRect/>
              </a:stretch>
            </p:blipFill>
            <p:spPr bwMode="auto">
              <a:xfrm>
                <a:off x="1219200" y="4267200"/>
                <a:ext cx="723900" cy="1009650"/>
              </a:xfrm>
              <a:prstGeom prst="rect">
                <a:avLst/>
              </a:prstGeom>
              <a:noFill/>
            </p:spPr>
          </p:pic>
          <p:pic>
            <p:nvPicPr>
              <p:cNvPr id="1032" name="Picture 8" descr="birthday cake"/>
              <p:cNvPicPr>
                <a:picLocks noChangeAspect="1" noChangeArrowheads="1"/>
              </p:cNvPicPr>
              <p:nvPr/>
            </p:nvPicPr>
            <p:blipFill>
              <a:blip r:embed="rId20" cstate="print"/>
              <a:srcRect/>
              <a:stretch>
                <a:fillRect/>
              </a:stretch>
            </p:blipFill>
            <p:spPr bwMode="auto">
              <a:xfrm>
                <a:off x="4572000" y="4267200"/>
                <a:ext cx="828675" cy="1019175"/>
              </a:xfrm>
              <a:prstGeom prst="rect">
                <a:avLst/>
              </a:prstGeom>
              <a:noFill/>
            </p:spPr>
          </p:pic>
          <p:pic>
            <p:nvPicPr>
              <p:cNvPr id="1031" name="Picture 7" descr="POTATOES"/>
              <p:cNvPicPr>
                <a:picLocks noChangeAspect="1" noChangeArrowheads="1"/>
              </p:cNvPicPr>
              <p:nvPr/>
            </p:nvPicPr>
            <p:blipFill>
              <a:blip r:embed="rId21"/>
              <a:srcRect r="21875"/>
              <a:stretch>
                <a:fillRect/>
              </a:stretch>
            </p:blipFill>
            <p:spPr bwMode="auto">
              <a:xfrm>
                <a:off x="6296203" y="4267201"/>
                <a:ext cx="818971" cy="761999"/>
              </a:xfrm>
              <a:prstGeom prst="rect">
                <a:avLst/>
              </a:prstGeom>
              <a:noFill/>
            </p:spPr>
          </p:pic>
          <p:pic>
            <p:nvPicPr>
              <p:cNvPr id="1030" name="Picture 6" descr="beer_resize"/>
              <p:cNvPicPr>
                <a:picLocks noChangeAspect="1" noChangeArrowheads="1"/>
              </p:cNvPicPr>
              <p:nvPr/>
            </p:nvPicPr>
            <p:blipFill>
              <a:blip r:embed="rId22"/>
              <a:srcRect/>
              <a:stretch>
                <a:fillRect/>
              </a:stretch>
            </p:blipFill>
            <p:spPr bwMode="auto">
              <a:xfrm>
                <a:off x="7772400" y="4267200"/>
                <a:ext cx="962025" cy="1019175"/>
              </a:xfrm>
              <a:prstGeom prst="rect">
                <a:avLst/>
              </a:prstGeom>
              <a:noFill/>
            </p:spPr>
          </p:pic>
          <p:graphicFrame>
            <p:nvGraphicFramePr>
              <p:cNvPr id="1029" name="Object 5"/>
              <p:cNvGraphicFramePr>
                <a:graphicFrameLocks noChangeAspect="1"/>
              </p:cNvGraphicFramePr>
              <p:nvPr/>
            </p:nvGraphicFramePr>
            <p:xfrm>
              <a:off x="1371600" y="5486400"/>
              <a:ext cx="542925" cy="1066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7" name="Bitmap Image" r:id="rId23" imgW="466543" imgH="657317" progId="PBrush">
                      <p:embed/>
                    </p:oleObj>
                  </mc:Choice>
                  <mc:Fallback>
                    <p:oleObj name="Bitmap Image" r:id="rId23" imgW="466543" imgH="657317" progId="PBrush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71600" y="5486400"/>
                            <a:ext cx="542925" cy="10668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1028" name="Picture 4" descr="SWEDE003_resize"/>
              <p:cNvPicPr>
                <a:picLocks noChangeAspect="1" noChangeArrowheads="1"/>
              </p:cNvPicPr>
              <p:nvPr/>
            </p:nvPicPr>
            <p:blipFill>
              <a:blip r:embed="rId25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2667000" y="5410200"/>
                <a:ext cx="1047750" cy="1076325"/>
              </a:xfrm>
              <a:prstGeom prst="rect">
                <a:avLst/>
              </a:prstGeom>
              <a:noFill/>
            </p:spPr>
          </p:pic>
          <p:pic>
            <p:nvPicPr>
              <p:cNvPr id="1027" name="Picture 3" descr="banana3"/>
              <p:cNvPicPr>
                <a:picLocks noChangeAspect="1" noChangeArrowheads="1"/>
              </p:cNvPicPr>
              <p:nvPr/>
            </p:nvPicPr>
            <p:blipFill>
              <a:blip r:embed="rId26" cstate="print"/>
              <a:srcRect/>
              <a:stretch>
                <a:fillRect/>
              </a:stretch>
            </p:blipFill>
            <p:spPr bwMode="auto">
              <a:xfrm>
                <a:off x="4839965" y="5562600"/>
                <a:ext cx="613646" cy="762000"/>
              </a:xfrm>
              <a:prstGeom prst="rect">
                <a:avLst/>
              </a:prstGeom>
              <a:noFill/>
            </p:spPr>
          </p:pic>
          <p:pic>
            <p:nvPicPr>
              <p:cNvPr id="1026" name="Picture 2" descr="a cup of coffee 2"/>
              <p:cNvPicPr>
                <a:picLocks noChangeAspect="1" noChangeArrowheads="1"/>
              </p:cNvPicPr>
              <p:nvPr/>
            </p:nvPicPr>
            <p:blipFill>
              <a:blip r:embed="rId27" cstate="print"/>
              <a:srcRect t="9201"/>
              <a:stretch>
                <a:fillRect/>
              </a:stretch>
            </p:blipFill>
            <p:spPr bwMode="auto">
              <a:xfrm>
                <a:off x="6309895" y="5541146"/>
                <a:ext cx="776705" cy="859654"/>
              </a:xfrm>
              <a:prstGeom prst="rect">
                <a:avLst/>
              </a:prstGeom>
              <a:noFill/>
            </p:spPr>
          </p:pic>
          <p:pic>
            <p:nvPicPr>
              <p:cNvPr id="1025" name="Picture 1" descr="UTTERCOW"/>
              <p:cNvPicPr>
                <a:picLocks noChangeAspect="1" noChangeArrowheads="1"/>
              </p:cNvPicPr>
              <p:nvPr/>
            </p:nvPicPr>
            <p:blipFill>
              <a:blip r:embed="rId28"/>
              <a:srcRect/>
              <a:stretch>
                <a:fillRect/>
              </a:stretch>
            </p:blipFill>
            <p:spPr bwMode="auto">
              <a:xfrm>
                <a:off x="8001000" y="5486400"/>
                <a:ext cx="762000" cy="1076325"/>
              </a:xfrm>
              <a:prstGeom prst="rect">
                <a:avLst/>
              </a:prstGeom>
              <a:noFill/>
            </p:spPr>
          </p:pic>
        </p:grp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8886" y="2080805"/>
              <a:ext cx="728374" cy="728374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8886" y="3251694"/>
              <a:ext cx="746287" cy="746287"/>
            </a:xfrm>
            <a:prstGeom prst="rect">
              <a:avLst/>
            </a:prstGeom>
          </p:spPr>
        </p:pic>
      </p:grpSp>
      <p:pic>
        <p:nvPicPr>
          <p:cNvPr id="7" name="QR01(Unit4A)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4267200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9892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821389"/>
              </p:ext>
            </p:extLst>
          </p:nvPr>
        </p:nvGraphicFramePr>
        <p:xfrm>
          <a:off x="304800" y="533394"/>
          <a:ext cx="8534400" cy="6096005"/>
        </p:xfrm>
        <a:graphic>
          <a:graphicData uri="http://schemas.openxmlformats.org/drawingml/2006/table">
            <a:tbl>
              <a:tblPr/>
              <a:tblGrid>
                <a:gridCol w="1770242"/>
                <a:gridCol w="1793185"/>
                <a:gridCol w="1636105"/>
                <a:gridCol w="1704939"/>
                <a:gridCol w="1629929"/>
              </a:tblGrid>
              <a:tr h="12192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- PICTURES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699355" y="609601"/>
            <a:ext cx="7911245" cy="5953124"/>
            <a:chOff x="914400" y="609601"/>
            <a:chExt cx="7911245" cy="5953124"/>
          </a:xfrm>
        </p:grpSpPr>
        <p:grpSp>
          <p:nvGrpSpPr>
            <p:cNvPr id="32" name="Group 31"/>
            <p:cNvGrpSpPr/>
            <p:nvPr/>
          </p:nvGrpSpPr>
          <p:grpSpPr>
            <a:xfrm>
              <a:off x="914400" y="609601"/>
              <a:ext cx="7911245" cy="5953124"/>
              <a:chOff x="914400" y="457201"/>
              <a:chExt cx="7911245" cy="6105524"/>
            </a:xfrm>
          </p:grpSpPr>
          <p:pic>
            <p:nvPicPr>
              <p:cNvPr id="35" name="Picture 9" descr="turkey_resize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895600" y="4267200"/>
                <a:ext cx="895350" cy="862792"/>
              </a:xfrm>
              <a:prstGeom prst="rect">
                <a:avLst/>
              </a:prstGeom>
              <a:noFill/>
            </p:spPr>
          </p:pic>
          <p:pic>
            <p:nvPicPr>
              <p:cNvPr id="36" name="Picture 25" descr="FOOD363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1048139" y="609600"/>
                <a:ext cx="933061" cy="762000"/>
              </a:xfrm>
              <a:prstGeom prst="rect">
                <a:avLst/>
              </a:prstGeom>
              <a:noFill/>
            </p:spPr>
          </p:pic>
          <p:pic>
            <p:nvPicPr>
              <p:cNvPr id="37" name="Picture 24" descr="sugar_resize"/>
              <p:cNvPicPr>
                <a:picLocks noChangeAspect="1" noChangeArrowheads="1"/>
              </p:cNvPicPr>
              <p:nvPr/>
            </p:nvPicPr>
            <p:blipFill>
              <a:blip r:embed="rId5"/>
              <a:srcRect l="12245" r="14285"/>
              <a:stretch>
                <a:fillRect/>
              </a:stretch>
            </p:blipFill>
            <p:spPr bwMode="auto">
              <a:xfrm>
                <a:off x="2792711" y="457201"/>
                <a:ext cx="950614" cy="914400"/>
              </a:xfrm>
              <a:prstGeom prst="rect">
                <a:avLst/>
              </a:prstGeom>
              <a:noFill/>
            </p:spPr>
          </p:pic>
          <p:pic>
            <p:nvPicPr>
              <p:cNvPr id="38" name="Picture 23" descr="JFOOD054_resize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572000" y="609601"/>
                <a:ext cx="857250" cy="792552"/>
              </a:xfrm>
              <a:prstGeom prst="rect">
                <a:avLst/>
              </a:prstGeom>
              <a:noFill/>
            </p:spPr>
          </p:pic>
          <p:pic>
            <p:nvPicPr>
              <p:cNvPr id="39" name="Picture 22" descr="ORange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6477000" y="762000"/>
                <a:ext cx="700134" cy="609599"/>
              </a:xfrm>
              <a:prstGeom prst="rect">
                <a:avLst/>
              </a:prstGeom>
              <a:noFill/>
            </p:spPr>
          </p:pic>
          <p:pic>
            <p:nvPicPr>
              <p:cNvPr id="40" name="Picture 21" descr="coffee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7848600" y="609600"/>
                <a:ext cx="952500" cy="796487"/>
              </a:xfrm>
              <a:prstGeom prst="rect">
                <a:avLst/>
              </a:prstGeom>
              <a:noFill/>
            </p:spPr>
          </p:pic>
          <p:pic>
            <p:nvPicPr>
              <p:cNvPr id="41" name="Picture 20" descr="RICE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914400" y="1752600"/>
                <a:ext cx="971550" cy="990600"/>
              </a:xfrm>
              <a:prstGeom prst="rect">
                <a:avLst/>
              </a:prstGeom>
              <a:noFill/>
            </p:spPr>
          </p:pic>
          <p:pic>
            <p:nvPicPr>
              <p:cNvPr id="42" name="Picture 19" descr="SALMON"/>
              <p:cNvPicPr>
                <a:picLocks noChangeAspect="1" noChangeArrowheads="1"/>
              </p:cNvPicPr>
              <p:nvPr/>
            </p:nvPicPr>
            <p:blipFill>
              <a:blip r:embed="rId10"/>
              <a:srcRect/>
              <a:stretch>
                <a:fillRect/>
              </a:stretch>
            </p:blipFill>
            <p:spPr bwMode="auto">
              <a:xfrm>
                <a:off x="2819400" y="1676400"/>
                <a:ext cx="942975" cy="971550"/>
              </a:xfrm>
              <a:prstGeom prst="rect">
                <a:avLst/>
              </a:prstGeom>
              <a:noFill/>
            </p:spPr>
          </p:pic>
          <p:pic>
            <p:nvPicPr>
              <p:cNvPr id="43" name="Picture 18" descr="EGG"/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4572000" y="1828800"/>
                <a:ext cx="931985" cy="914400"/>
              </a:xfrm>
              <a:prstGeom prst="rect">
                <a:avLst/>
              </a:prstGeom>
              <a:noFill/>
            </p:spPr>
          </p:pic>
          <p:pic>
            <p:nvPicPr>
              <p:cNvPr id="44" name="Picture 16" descr="JFOOD056_resize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8382000" y="1752600"/>
                <a:ext cx="276225" cy="990600"/>
              </a:xfrm>
              <a:prstGeom prst="rect">
                <a:avLst/>
              </a:prstGeom>
              <a:noFill/>
            </p:spPr>
          </p:pic>
          <p:pic>
            <p:nvPicPr>
              <p:cNvPr id="45" name="Picture 15" descr="FRUIT051"/>
              <p:cNvPicPr>
                <a:picLocks noChangeAspect="1" noChangeArrowheads="1"/>
              </p:cNvPicPr>
              <p:nvPr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1048536" y="3124200"/>
                <a:ext cx="989814" cy="762000"/>
              </a:xfrm>
              <a:prstGeom prst="rect">
                <a:avLst/>
              </a:prstGeom>
              <a:noFill/>
            </p:spPr>
          </p:pic>
          <p:pic>
            <p:nvPicPr>
              <p:cNvPr id="46" name="Picture 14" descr="SWEDE026_resize"/>
              <p:cNvPicPr>
                <a:picLocks noChangeAspect="1" noChangeArrowheads="1"/>
              </p:cNvPicPr>
              <p:nvPr/>
            </p:nvPicPr>
            <p:blipFill>
              <a:blip r:embed="rId14"/>
              <a:srcRect/>
              <a:stretch>
                <a:fillRect/>
              </a:stretch>
            </p:blipFill>
            <p:spPr bwMode="auto">
              <a:xfrm>
                <a:off x="2819400" y="2971800"/>
                <a:ext cx="1028700" cy="923925"/>
              </a:xfrm>
              <a:prstGeom prst="rect">
                <a:avLst/>
              </a:prstGeom>
              <a:noFill/>
            </p:spPr>
          </p:pic>
          <p:pic>
            <p:nvPicPr>
              <p:cNvPr id="47" name="Picture 13" descr="ice-cream2"/>
              <p:cNvPicPr>
                <a:picLocks noChangeAspect="1" noChangeArrowheads="1"/>
              </p:cNvPicPr>
              <p:nvPr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4953000" y="3048000"/>
                <a:ext cx="466725" cy="827004"/>
              </a:xfrm>
              <a:prstGeom prst="rect">
                <a:avLst/>
              </a:prstGeom>
              <a:noFill/>
            </p:spPr>
          </p:pic>
          <p:pic>
            <p:nvPicPr>
              <p:cNvPr id="48" name="Picture 11" descr="thirsty2"/>
              <p:cNvPicPr>
                <a:picLocks noChangeAspect="1" noChangeArrowheads="1"/>
              </p:cNvPicPr>
              <p:nvPr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7954526" y="3124201"/>
                <a:ext cx="770374" cy="762000"/>
              </a:xfrm>
              <a:prstGeom prst="rect">
                <a:avLst/>
              </a:prstGeom>
              <a:noFill/>
            </p:spPr>
          </p:pic>
          <p:pic>
            <p:nvPicPr>
              <p:cNvPr id="49" name="Picture 10" descr="salt_resize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1219200" y="4267200"/>
                <a:ext cx="723900" cy="1009650"/>
              </a:xfrm>
              <a:prstGeom prst="rect">
                <a:avLst/>
              </a:prstGeom>
              <a:noFill/>
            </p:spPr>
          </p:pic>
          <p:pic>
            <p:nvPicPr>
              <p:cNvPr id="50" name="Picture 8" descr="birthday cake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/>
              <a:stretch>
                <a:fillRect/>
              </a:stretch>
            </p:blipFill>
            <p:spPr bwMode="auto">
              <a:xfrm>
                <a:off x="4572000" y="4267200"/>
                <a:ext cx="828675" cy="1019175"/>
              </a:xfrm>
              <a:prstGeom prst="rect">
                <a:avLst/>
              </a:prstGeom>
              <a:noFill/>
            </p:spPr>
          </p:pic>
          <p:pic>
            <p:nvPicPr>
              <p:cNvPr id="51" name="Picture 7" descr="POTATOES"/>
              <p:cNvPicPr>
                <a:picLocks noChangeAspect="1" noChangeArrowheads="1"/>
              </p:cNvPicPr>
              <p:nvPr/>
            </p:nvPicPr>
            <p:blipFill>
              <a:blip r:embed="rId19"/>
              <a:srcRect r="21875"/>
              <a:stretch>
                <a:fillRect/>
              </a:stretch>
            </p:blipFill>
            <p:spPr bwMode="auto">
              <a:xfrm>
                <a:off x="6296203" y="4267201"/>
                <a:ext cx="818971" cy="761999"/>
              </a:xfrm>
              <a:prstGeom prst="rect">
                <a:avLst/>
              </a:prstGeom>
              <a:noFill/>
            </p:spPr>
          </p:pic>
          <p:pic>
            <p:nvPicPr>
              <p:cNvPr id="52" name="Picture 6" descr="beer_resize"/>
              <p:cNvPicPr>
                <a:picLocks noChangeAspect="1" noChangeArrowheads="1"/>
              </p:cNvPicPr>
              <p:nvPr/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7863620" y="4267200"/>
                <a:ext cx="962025" cy="1019175"/>
              </a:xfrm>
              <a:prstGeom prst="rect">
                <a:avLst/>
              </a:prstGeom>
              <a:noFill/>
            </p:spPr>
          </p:pic>
          <p:graphicFrame>
            <p:nvGraphicFramePr>
              <p:cNvPr id="53" name="Object 5"/>
              <p:cNvGraphicFramePr>
                <a:graphicFrameLocks noChangeAspect="1"/>
              </p:cNvGraphicFramePr>
              <p:nvPr/>
            </p:nvGraphicFramePr>
            <p:xfrm>
              <a:off x="1371600" y="5486400"/>
              <a:ext cx="542925" cy="1066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16" name="Bitmap Image" r:id="rId21" imgW="466543" imgH="657317" progId="PBrush">
                      <p:embed/>
                    </p:oleObj>
                  </mc:Choice>
                  <mc:Fallback>
                    <p:oleObj name="Bitmap Image" r:id="rId21" imgW="466543" imgH="657317" progId="PBrush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71600" y="5486400"/>
                            <a:ext cx="542925" cy="10668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54" name="Picture 4" descr="SWEDE003_resize"/>
              <p:cNvPicPr>
                <a:picLocks noChangeAspect="1" noChangeArrowheads="1"/>
              </p:cNvPicPr>
              <p:nvPr/>
            </p:nvPicPr>
            <p:blipFill>
              <a:blip r:embed="rId23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2667000" y="5410200"/>
                <a:ext cx="1047750" cy="1076325"/>
              </a:xfrm>
              <a:prstGeom prst="rect">
                <a:avLst/>
              </a:prstGeom>
              <a:noFill/>
            </p:spPr>
          </p:pic>
          <p:pic>
            <p:nvPicPr>
              <p:cNvPr id="55" name="Picture 3" descr="banana3"/>
              <p:cNvPicPr>
                <a:picLocks noChangeAspect="1" noChangeArrowheads="1"/>
              </p:cNvPicPr>
              <p:nvPr/>
            </p:nvPicPr>
            <p:blipFill>
              <a:blip r:embed="rId24" cstate="print"/>
              <a:srcRect/>
              <a:stretch>
                <a:fillRect/>
              </a:stretch>
            </p:blipFill>
            <p:spPr bwMode="auto">
              <a:xfrm>
                <a:off x="4839965" y="5562600"/>
                <a:ext cx="613646" cy="762000"/>
              </a:xfrm>
              <a:prstGeom prst="rect">
                <a:avLst/>
              </a:prstGeom>
              <a:noFill/>
            </p:spPr>
          </p:pic>
          <p:pic>
            <p:nvPicPr>
              <p:cNvPr id="56" name="Picture 2" descr="a cup of coffee 2"/>
              <p:cNvPicPr>
                <a:picLocks noChangeAspect="1" noChangeArrowheads="1"/>
              </p:cNvPicPr>
              <p:nvPr/>
            </p:nvPicPr>
            <p:blipFill>
              <a:blip r:embed="rId25" cstate="print"/>
              <a:srcRect t="9201"/>
              <a:stretch>
                <a:fillRect/>
              </a:stretch>
            </p:blipFill>
            <p:spPr bwMode="auto">
              <a:xfrm>
                <a:off x="6309895" y="5541146"/>
                <a:ext cx="776705" cy="859654"/>
              </a:xfrm>
              <a:prstGeom prst="rect">
                <a:avLst/>
              </a:prstGeom>
              <a:noFill/>
            </p:spPr>
          </p:pic>
          <p:pic>
            <p:nvPicPr>
              <p:cNvPr id="57" name="Picture 1" descr="UTTERCOW"/>
              <p:cNvPicPr>
                <a:picLocks noChangeAspect="1" noChangeArrowheads="1"/>
              </p:cNvPicPr>
              <p:nvPr/>
            </p:nvPicPr>
            <p:blipFill>
              <a:blip r:embed="rId26"/>
              <a:srcRect/>
              <a:stretch>
                <a:fillRect/>
              </a:stretch>
            </p:blipFill>
            <p:spPr bwMode="auto">
              <a:xfrm>
                <a:off x="8001000" y="5486400"/>
                <a:ext cx="762000" cy="1076325"/>
              </a:xfrm>
              <a:prstGeom prst="rect">
                <a:avLst/>
              </a:prstGeom>
              <a:noFill/>
            </p:spPr>
          </p:pic>
        </p:grpSp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8886" y="2080805"/>
              <a:ext cx="728374" cy="728374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8886" y="3251694"/>
              <a:ext cx="746287" cy="74628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569204"/>
              </p:ext>
            </p:extLst>
          </p:nvPr>
        </p:nvGraphicFramePr>
        <p:xfrm>
          <a:off x="304800" y="533394"/>
          <a:ext cx="8534400" cy="6096005"/>
        </p:xfrm>
        <a:graphic>
          <a:graphicData uri="http://schemas.openxmlformats.org/drawingml/2006/table">
            <a:tbl>
              <a:tblPr/>
              <a:tblGrid>
                <a:gridCol w="1770242"/>
                <a:gridCol w="1793185"/>
                <a:gridCol w="1636105"/>
                <a:gridCol w="1704939"/>
                <a:gridCol w="1629929"/>
              </a:tblGrid>
              <a:tr h="12192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- LISTENING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699355" y="656036"/>
            <a:ext cx="8002128" cy="5853483"/>
            <a:chOff x="914400" y="656036"/>
            <a:chExt cx="8002128" cy="5853483"/>
          </a:xfrm>
        </p:grpSpPr>
        <p:grpSp>
          <p:nvGrpSpPr>
            <p:cNvPr id="32" name="Group 31"/>
            <p:cNvGrpSpPr/>
            <p:nvPr/>
          </p:nvGrpSpPr>
          <p:grpSpPr>
            <a:xfrm>
              <a:off x="914400" y="656036"/>
              <a:ext cx="8002128" cy="5853483"/>
              <a:chOff x="914400" y="504825"/>
              <a:chExt cx="8002128" cy="6003332"/>
            </a:xfrm>
          </p:grpSpPr>
          <p:pic>
            <p:nvPicPr>
              <p:cNvPr id="35" name="Picture 9" descr="turkey_resize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819400" y="1722386"/>
                <a:ext cx="971550" cy="936221"/>
              </a:xfrm>
              <a:prstGeom prst="rect">
                <a:avLst/>
              </a:prstGeom>
              <a:noFill/>
            </p:spPr>
          </p:pic>
          <p:pic>
            <p:nvPicPr>
              <p:cNvPr id="36" name="Picture 25" descr="FOOD363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1048139" y="609600"/>
                <a:ext cx="933061" cy="762000"/>
              </a:xfrm>
              <a:prstGeom prst="rect">
                <a:avLst/>
              </a:prstGeom>
              <a:noFill/>
            </p:spPr>
          </p:pic>
          <p:pic>
            <p:nvPicPr>
              <p:cNvPr id="42" name="Picture 19" descr="SALMON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2819400" y="504825"/>
                <a:ext cx="942975" cy="971550"/>
              </a:xfrm>
              <a:prstGeom prst="rect">
                <a:avLst/>
              </a:prstGeom>
              <a:noFill/>
            </p:spPr>
          </p:pic>
          <p:pic>
            <p:nvPicPr>
              <p:cNvPr id="37" name="Picture 24" descr="sugar_resize"/>
              <p:cNvPicPr>
                <a:picLocks noChangeAspect="1" noChangeArrowheads="1"/>
              </p:cNvPicPr>
              <p:nvPr/>
            </p:nvPicPr>
            <p:blipFill>
              <a:blip r:embed="rId8"/>
              <a:srcRect l="12245" r="14285"/>
              <a:stretch>
                <a:fillRect/>
              </a:stretch>
            </p:blipFill>
            <p:spPr bwMode="auto">
              <a:xfrm>
                <a:off x="2667000" y="2971800"/>
                <a:ext cx="1076325" cy="1035323"/>
              </a:xfrm>
              <a:prstGeom prst="rect">
                <a:avLst/>
              </a:prstGeom>
              <a:noFill/>
            </p:spPr>
          </p:pic>
          <p:pic>
            <p:nvPicPr>
              <p:cNvPr id="39" name="Picture 22" descr="ORange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6309895" y="616505"/>
                <a:ext cx="867239" cy="755096"/>
              </a:xfrm>
              <a:prstGeom prst="rect">
                <a:avLst/>
              </a:prstGeom>
              <a:noFill/>
            </p:spPr>
          </p:pic>
          <p:pic>
            <p:nvPicPr>
              <p:cNvPr id="41" name="Picture 20" descr="RICE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914400" y="5495925"/>
                <a:ext cx="971550" cy="990600"/>
              </a:xfrm>
              <a:prstGeom prst="rect">
                <a:avLst/>
              </a:prstGeom>
              <a:noFill/>
            </p:spPr>
          </p:pic>
          <p:pic>
            <p:nvPicPr>
              <p:cNvPr id="44" name="Picture 16" descr="JFOOD056_resize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8105775" y="533968"/>
                <a:ext cx="276225" cy="990600"/>
              </a:xfrm>
              <a:prstGeom prst="rect">
                <a:avLst/>
              </a:prstGeom>
              <a:noFill/>
            </p:spPr>
          </p:pic>
          <p:pic>
            <p:nvPicPr>
              <p:cNvPr id="45" name="Picture 15" descr="FRUIT051"/>
              <p:cNvPicPr>
                <a:picLocks noChangeAspect="1" noChangeArrowheads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1048536" y="4356719"/>
                <a:ext cx="989814" cy="762000"/>
              </a:xfrm>
              <a:prstGeom prst="rect">
                <a:avLst/>
              </a:prstGeom>
              <a:noFill/>
            </p:spPr>
          </p:pic>
          <p:pic>
            <p:nvPicPr>
              <p:cNvPr id="47" name="Picture 13" descr="ice-cream2"/>
              <p:cNvPicPr>
                <a:picLocks noChangeAspect="1" noChangeArrowheads="1"/>
              </p:cNvPicPr>
              <p:nvPr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4719637" y="649371"/>
                <a:ext cx="466725" cy="827004"/>
              </a:xfrm>
              <a:prstGeom prst="rect">
                <a:avLst/>
              </a:prstGeom>
              <a:noFill/>
            </p:spPr>
          </p:pic>
          <p:pic>
            <p:nvPicPr>
              <p:cNvPr id="49" name="Picture 10" descr="salt_resize"/>
              <p:cNvPicPr>
                <a:picLocks noChangeAspect="1" noChangeArrowheads="1"/>
              </p:cNvPicPr>
              <p:nvPr/>
            </p:nvPicPr>
            <p:blipFill>
              <a:blip r:embed="rId14"/>
              <a:srcRect/>
              <a:stretch>
                <a:fillRect/>
              </a:stretch>
            </p:blipFill>
            <p:spPr bwMode="auto">
              <a:xfrm>
                <a:off x="1219200" y="1722386"/>
                <a:ext cx="723900" cy="1009650"/>
              </a:xfrm>
              <a:prstGeom prst="rect">
                <a:avLst/>
              </a:prstGeom>
              <a:noFill/>
            </p:spPr>
          </p:pic>
          <p:pic>
            <p:nvPicPr>
              <p:cNvPr id="50" name="Picture 8" descr="birthday cake"/>
              <p:cNvPicPr>
                <a:picLocks noChangeAspect="1" noChangeArrowheads="1"/>
              </p:cNvPicPr>
              <p:nvPr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4572000" y="1722387"/>
                <a:ext cx="828675" cy="1019175"/>
              </a:xfrm>
              <a:prstGeom prst="rect">
                <a:avLst/>
              </a:prstGeom>
              <a:noFill/>
            </p:spPr>
          </p:pic>
          <p:pic>
            <p:nvPicPr>
              <p:cNvPr id="51" name="Picture 7" descr="POTATOES"/>
              <p:cNvPicPr>
                <a:picLocks noChangeAspect="1" noChangeArrowheads="1"/>
              </p:cNvPicPr>
              <p:nvPr/>
            </p:nvPicPr>
            <p:blipFill>
              <a:blip r:embed="rId16"/>
              <a:srcRect r="21875"/>
              <a:stretch>
                <a:fillRect/>
              </a:stretch>
            </p:blipFill>
            <p:spPr bwMode="auto">
              <a:xfrm>
                <a:off x="6173831" y="1863914"/>
                <a:ext cx="941343" cy="875858"/>
              </a:xfrm>
              <a:prstGeom prst="rect">
                <a:avLst/>
              </a:prstGeom>
              <a:noFill/>
            </p:spPr>
          </p:pic>
          <p:pic>
            <p:nvPicPr>
              <p:cNvPr id="52" name="Picture 6" descr="beer_resize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7863620" y="3001182"/>
                <a:ext cx="962025" cy="1019175"/>
              </a:xfrm>
              <a:prstGeom prst="rect">
                <a:avLst/>
              </a:prstGeom>
              <a:noFill/>
            </p:spPr>
          </p:pic>
          <p:graphicFrame>
            <p:nvGraphicFramePr>
              <p:cNvPr id="53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98088320"/>
                  </p:ext>
                </p:extLst>
              </p:nvPr>
            </p:nvGraphicFramePr>
            <p:xfrm>
              <a:off x="1243206" y="2971800"/>
              <a:ext cx="542925" cy="1066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7" name="Bitmap Image" r:id="rId18" imgW="466543" imgH="657317" progId="PBrush">
                      <p:embed/>
                    </p:oleObj>
                  </mc:Choice>
                  <mc:Fallback>
                    <p:oleObj name="Bitmap Image" r:id="rId18" imgW="466543" imgH="657317" progId="PBrush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3206" y="2971800"/>
                            <a:ext cx="542925" cy="10668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54" name="Picture 4" descr="SWEDE003_resize"/>
              <p:cNvPicPr>
                <a:picLocks noChangeAspect="1" noChangeArrowheads="1"/>
              </p:cNvPicPr>
              <p:nvPr/>
            </p:nvPicPr>
            <p:blipFill>
              <a:blip r:embed="rId20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2667000" y="4208435"/>
                <a:ext cx="1047750" cy="1076325"/>
              </a:xfrm>
              <a:prstGeom prst="rect">
                <a:avLst/>
              </a:prstGeom>
              <a:noFill/>
            </p:spPr>
          </p:pic>
          <p:pic>
            <p:nvPicPr>
              <p:cNvPr id="55" name="Picture 3" descr="banana3"/>
              <p:cNvPicPr>
                <a:picLocks noChangeAspect="1" noChangeArrowheads="1"/>
              </p:cNvPicPr>
              <p:nvPr/>
            </p:nvPicPr>
            <p:blipFill>
              <a:blip r:embed="rId21" cstate="print"/>
              <a:srcRect/>
              <a:stretch>
                <a:fillRect/>
              </a:stretch>
            </p:blipFill>
            <p:spPr bwMode="auto">
              <a:xfrm>
                <a:off x="4839965" y="3129770"/>
                <a:ext cx="613646" cy="762000"/>
              </a:xfrm>
              <a:prstGeom prst="rect">
                <a:avLst/>
              </a:prstGeom>
              <a:noFill/>
            </p:spPr>
          </p:pic>
          <p:pic>
            <p:nvPicPr>
              <p:cNvPr id="56" name="Picture 2" descr="a cup of coffee 2"/>
              <p:cNvPicPr>
                <a:picLocks noChangeAspect="1" noChangeArrowheads="1"/>
              </p:cNvPicPr>
              <p:nvPr/>
            </p:nvPicPr>
            <p:blipFill>
              <a:blip r:embed="rId22" cstate="print"/>
              <a:srcRect t="9201"/>
              <a:stretch>
                <a:fillRect/>
              </a:stretch>
            </p:blipFill>
            <p:spPr bwMode="auto">
              <a:xfrm>
                <a:off x="6207519" y="4267201"/>
                <a:ext cx="879082" cy="972964"/>
              </a:xfrm>
              <a:prstGeom prst="rect">
                <a:avLst/>
              </a:prstGeom>
              <a:noFill/>
            </p:spPr>
          </p:pic>
          <p:pic>
            <p:nvPicPr>
              <p:cNvPr id="57" name="Picture 1" descr="UTTERCOW"/>
              <p:cNvPicPr>
                <a:picLocks noChangeAspect="1" noChangeArrowheads="1"/>
              </p:cNvPicPr>
              <p:nvPr/>
            </p:nvPicPr>
            <p:blipFill>
              <a:blip r:embed="rId23"/>
              <a:srcRect/>
              <a:stretch>
                <a:fillRect/>
              </a:stretch>
            </p:blipFill>
            <p:spPr bwMode="auto">
              <a:xfrm>
                <a:off x="8001000" y="1722387"/>
                <a:ext cx="762000" cy="1076325"/>
              </a:xfrm>
              <a:prstGeom prst="rect">
                <a:avLst/>
              </a:prstGeom>
              <a:noFill/>
            </p:spPr>
          </p:pic>
          <p:pic>
            <p:nvPicPr>
              <p:cNvPr id="46" name="Picture 14" descr="SWEDE026_resize"/>
              <p:cNvPicPr>
                <a:picLocks noChangeAspect="1" noChangeArrowheads="1"/>
              </p:cNvPicPr>
              <p:nvPr/>
            </p:nvPicPr>
            <p:blipFill>
              <a:blip r:embed="rId24"/>
              <a:srcRect/>
              <a:stretch>
                <a:fillRect/>
              </a:stretch>
            </p:blipFill>
            <p:spPr bwMode="auto">
              <a:xfrm>
                <a:off x="2734559" y="5486400"/>
                <a:ext cx="1113541" cy="1000125"/>
              </a:xfrm>
              <a:prstGeom prst="rect">
                <a:avLst/>
              </a:prstGeom>
              <a:noFill/>
            </p:spPr>
          </p:pic>
          <p:pic>
            <p:nvPicPr>
              <p:cNvPr id="38" name="Picture 23" descr="JFOOD054_resize"/>
              <p:cNvPicPr>
                <a:picLocks noChangeAspect="1" noChangeArrowheads="1"/>
              </p:cNvPicPr>
              <p:nvPr/>
            </p:nvPicPr>
            <p:blipFill>
              <a:blip r:embed="rId25" cstate="print"/>
              <a:srcRect/>
              <a:stretch>
                <a:fillRect/>
              </a:stretch>
            </p:blipFill>
            <p:spPr bwMode="auto">
              <a:xfrm>
                <a:off x="4572000" y="4380511"/>
                <a:ext cx="857250" cy="792552"/>
              </a:xfrm>
              <a:prstGeom prst="rect">
                <a:avLst/>
              </a:prstGeom>
              <a:noFill/>
            </p:spPr>
          </p:pic>
          <p:pic>
            <p:nvPicPr>
              <p:cNvPr id="43" name="Picture 18" descr="EGG"/>
              <p:cNvPicPr>
                <a:picLocks noChangeAspect="1" noChangeArrowheads="1"/>
              </p:cNvPicPr>
              <p:nvPr/>
            </p:nvPicPr>
            <p:blipFill>
              <a:blip r:embed="rId26"/>
              <a:srcRect/>
              <a:stretch>
                <a:fillRect/>
              </a:stretch>
            </p:blipFill>
            <p:spPr bwMode="auto">
              <a:xfrm>
                <a:off x="4572000" y="5529262"/>
                <a:ext cx="931985" cy="914400"/>
              </a:xfrm>
              <a:prstGeom prst="rect">
                <a:avLst/>
              </a:prstGeom>
              <a:noFill/>
            </p:spPr>
          </p:pic>
          <p:pic>
            <p:nvPicPr>
              <p:cNvPr id="40" name="Picture 21" descr="coffee"/>
              <p:cNvPicPr>
                <a:picLocks noChangeAspect="1" noChangeArrowheads="1"/>
              </p:cNvPicPr>
              <p:nvPr/>
            </p:nvPicPr>
            <p:blipFill>
              <a:blip r:embed="rId27"/>
              <a:srcRect/>
              <a:stretch>
                <a:fillRect/>
              </a:stretch>
            </p:blipFill>
            <p:spPr bwMode="auto">
              <a:xfrm>
                <a:off x="7848599" y="5615148"/>
                <a:ext cx="1067929" cy="893009"/>
              </a:xfrm>
              <a:prstGeom prst="rect">
                <a:avLst/>
              </a:prstGeom>
              <a:noFill/>
            </p:spPr>
          </p:pic>
          <p:pic>
            <p:nvPicPr>
              <p:cNvPr id="48" name="Picture 11" descr="thirsty2"/>
              <p:cNvPicPr>
                <a:picLocks noChangeAspect="1" noChangeArrowheads="1"/>
              </p:cNvPicPr>
              <p:nvPr/>
            </p:nvPicPr>
            <p:blipFill>
              <a:blip r:embed="rId28" cstate="print"/>
              <a:srcRect/>
              <a:stretch>
                <a:fillRect/>
              </a:stretch>
            </p:blipFill>
            <p:spPr bwMode="auto">
              <a:xfrm>
                <a:off x="7811206" y="4356719"/>
                <a:ext cx="938239" cy="928041"/>
              </a:xfrm>
              <a:prstGeom prst="rect">
                <a:avLst/>
              </a:prstGeom>
              <a:noFill/>
            </p:spPr>
          </p:pic>
        </p:grpSp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832" y="3124200"/>
              <a:ext cx="923428" cy="923428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832" y="5562600"/>
              <a:ext cx="941342" cy="941342"/>
            </a:xfrm>
            <a:prstGeom prst="rect">
              <a:avLst/>
            </a:prstGeom>
          </p:spPr>
        </p:pic>
      </p:grpSp>
      <p:pic>
        <p:nvPicPr>
          <p:cNvPr id="59" name="QR01(Unit4A).mp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4267200" y="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3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98929" fill="hold"/>
                                        <p:tgtEl>
                                          <p:spTgt spid="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9"/>
                </p:tgtEl>
              </p:cMediaNode>
            </p:audio>
          </p:childTnLst>
        </p:cTn>
      </p:par>
    </p:tnLst>
    <p:bldLst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GRAMMAR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7541" y="422522"/>
            <a:ext cx="8198224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1. NOUNS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danh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từ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 (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tiếng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chỉ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tên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một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người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đồ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vật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con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vật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Có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2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loại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Countable noun (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danh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từ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đếm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được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 a man, a table, a cat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Uncountable noun (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danh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từ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không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đếm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được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 water, coffee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2. ARTICLES</a:t>
            </a:r>
            <a:r>
              <a:rPr lang="en-US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mạo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từ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Có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2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loại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Indefinite article (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mạo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từ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không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xác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định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 A, AN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Definite article (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mạo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từ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xác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định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): THE</a:t>
            </a:r>
            <a:endParaRPr lang="en-US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249588"/>
              </p:ext>
            </p:extLst>
          </p:nvPr>
        </p:nvGraphicFramePr>
        <p:xfrm>
          <a:off x="914400" y="2251455"/>
          <a:ext cx="6515100" cy="2608675"/>
        </p:xfrm>
        <a:graphic>
          <a:graphicData uri="http://schemas.openxmlformats.org/drawingml/2006/table">
            <a:tbl>
              <a:tblPr/>
              <a:tblGrid>
                <a:gridCol w="2307431"/>
                <a:gridCol w="4207669"/>
              </a:tblGrid>
              <a:tr h="5574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2743200" algn="l"/>
                        </a:tabLs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Bread </a:t>
                      </a:r>
                      <a:endParaRPr lang="en-US" sz="18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2743200" algn="l"/>
                        </a:tabLs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LOAF OF BREAD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11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2743200" algn="l"/>
                        </a:tabLs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Rice </a:t>
                      </a:r>
                      <a:endParaRPr lang="en-US" sz="18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BOWL OF RICE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9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2743200" algn="l"/>
                        </a:tabLs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Coffee </a:t>
                      </a:r>
                      <a:endParaRPr lang="en-US" sz="18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CUP OF COFFEE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11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2743200" algn="l"/>
                        </a:tabLs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Beer </a:t>
                      </a:r>
                      <a:endParaRPr lang="en-US" sz="18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BOTTLE OF BEER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11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2743200" algn="l"/>
                        </a:tabLs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Water </a:t>
                      </a:r>
                      <a:endParaRPr lang="en-US" sz="1800" dirty="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GLASS OF WATER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6000750" y="2259206"/>
            <a:ext cx="912322" cy="2514600"/>
            <a:chOff x="4953000" y="838200"/>
            <a:chExt cx="1485900" cy="5751821"/>
          </a:xfrm>
        </p:grpSpPr>
        <p:pic>
          <p:nvPicPr>
            <p:cNvPr id="11" name="Picture 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953000" y="838200"/>
              <a:ext cx="1485900" cy="990600"/>
            </a:xfrm>
            <a:prstGeom prst="rect">
              <a:avLst/>
            </a:prstGeom>
            <a:noFill/>
          </p:spPr>
        </p:pic>
        <p:pic>
          <p:nvPicPr>
            <p:cNvPr id="12" name="Picture 4" descr="chopstick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81600" y="2057400"/>
              <a:ext cx="883293" cy="1057275"/>
            </a:xfrm>
            <a:prstGeom prst="rect">
              <a:avLst/>
            </a:prstGeom>
            <a:noFill/>
          </p:spPr>
        </p:pic>
        <p:pic>
          <p:nvPicPr>
            <p:cNvPr id="13" name="Picture 3" descr="images"/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rcRect l="6024" t="23529" r="15663"/>
            <a:stretch>
              <a:fillRect/>
            </a:stretch>
          </p:blipFill>
          <p:spPr bwMode="auto">
            <a:xfrm>
              <a:off x="5334000" y="3352800"/>
              <a:ext cx="723900" cy="857250"/>
            </a:xfrm>
            <a:prstGeom prst="rect">
              <a:avLst/>
            </a:prstGeom>
            <a:noFill/>
          </p:spPr>
        </p:pic>
        <p:pic>
          <p:nvPicPr>
            <p:cNvPr id="14" name="Picture 2" descr="a bottle of beer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105400" y="4419600"/>
              <a:ext cx="800100" cy="1026542"/>
            </a:xfrm>
            <a:prstGeom prst="rect">
              <a:avLst/>
            </a:prstGeom>
            <a:noFill/>
          </p:spPr>
        </p:pic>
        <p:pic>
          <p:nvPicPr>
            <p:cNvPr id="15" name="Picture 1" descr="DRINK3_resize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448301" y="5611505"/>
              <a:ext cx="495300" cy="97851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53532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38472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CONVERSATION – </a:t>
            </a:r>
            <a:r>
              <a:rPr kumimoji="0" lang="en-US" sz="2000" b="1" i="1" u="none" strike="noStrike" cap="none" normalizeH="0" baseline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MEET KATE</a:t>
            </a:r>
            <a:endParaRPr kumimoji="0" lang="en-US" sz="2000" b="1" i="1" u="none" strike="noStrike" cap="none" normalizeH="0" baseline="0" dirty="0" smtClean="0">
              <a:ln>
                <a:noFill/>
              </a:ln>
              <a:solidFill>
                <a:srgbClr val="FFFF00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3987197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0" y="46482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Chép tất cả các danh từ trong phần vocabulary, mỗi chữ 2 dòng vào vở bài tập B.</a:t>
            </a:r>
          </a:p>
          <a:p>
            <a:r>
              <a:rPr lang="en-US" sz="180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Viết 1 dòng số ít, 1 dòng số nhiều</a:t>
            </a:r>
            <a:r>
              <a:rPr lang="en-US" sz="180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1800" smtClean="0">
                <a:ln w="10541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(Nếu như là danh từ đếm được)</a:t>
            </a:r>
            <a:endParaRPr lang="en-US" sz="1800" dirty="0">
              <a:ln w="10541" cmpd="sng">
                <a:solidFill>
                  <a:srgbClr val="FF0000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9144000" cy="21698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JACK: 	Hi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! How are 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you doing?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KATE: 	Very well. How about </a:t>
            </a:r>
            <a:r>
              <a:rPr lang="en-US" b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you?</a:t>
            </a:r>
            <a:endParaRPr lang="vi-VN" dirty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JACK: 	Good. 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By the way, this is John. And John, meet Kate – my friend. </a:t>
            </a:r>
            <a:r>
              <a:rPr lang="en-US" b="1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JOHN:	Good to see you, Kate.</a:t>
            </a:r>
            <a:endParaRPr lang="vi-VN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KATE: 	Good to see you, too.</a:t>
            </a:r>
            <a:endParaRPr lang="vi-VN" dirty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6146" name="Picture 2" descr="3people_eat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5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816" y="2219813"/>
            <a:ext cx="3173784" cy="235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720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9" grpId="0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260</Words>
  <Application>Microsoft Office PowerPoint</Application>
  <PresentationFormat>On-screen Show (4:3)</PresentationFormat>
  <Paragraphs>149</Paragraphs>
  <Slides>7</Slides>
  <Notes>0</Notes>
  <HiddenSlides>0</HiddenSlides>
  <MMClips>2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Office Theme</vt:lpstr>
      <vt:lpstr>Bitmap Image</vt:lpstr>
      <vt:lpstr>UNIT 6A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Mister Nice Guy</dc:creator>
  <cp:lastModifiedBy>TuanTran-PC</cp:lastModifiedBy>
  <cp:revision>70</cp:revision>
  <dcterms:created xsi:type="dcterms:W3CDTF">2008-12-29T07:18:33Z</dcterms:created>
  <dcterms:modified xsi:type="dcterms:W3CDTF">2017-07-08T11:01:58Z</dcterms:modified>
</cp:coreProperties>
</file>