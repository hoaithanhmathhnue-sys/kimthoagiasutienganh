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77" r:id="rId4"/>
    <p:sldId id="261" r:id="rId5"/>
    <p:sldId id="273" r:id="rId6"/>
    <p:sldId id="274" r:id="rId7"/>
    <p:sldId id="276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26" Type="http://schemas.openxmlformats.org/officeDocument/2006/relationships/image" Target="../media/image24.jpe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19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5" Type="http://schemas.openxmlformats.org/officeDocument/2006/relationships/image" Target="../media/image23.jpeg"/><Relationship Id="rId2" Type="http://schemas.openxmlformats.org/officeDocument/2006/relationships/audio" Target="../media/media1.mp3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29" Type="http://schemas.openxmlformats.org/officeDocument/2006/relationships/image" Target="../media/image27.png"/><Relationship Id="rId1" Type="http://schemas.microsoft.com/office/2007/relationships/media" Target="../media/media1.mp3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24" Type="http://schemas.openxmlformats.org/officeDocument/2006/relationships/image" Target="../media/image22.jpe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23" Type="http://schemas.openxmlformats.org/officeDocument/2006/relationships/image" Target="../media/image21.jpeg"/><Relationship Id="rId28" Type="http://schemas.openxmlformats.org/officeDocument/2006/relationships/image" Target="../media/image26.gif"/><Relationship Id="rId10" Type="http://schemas.openxmlformats.org/officeDocument/2006/relationships/image" Target="../media/image8.jpeg"/><Relationship Id="rId19" Type="http://schemas.openxmlformats.org/officeDocument/2006/relationships/image" Target="../media/image17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jpeg"/><Relationship Id="rId27" Type="http://schemas.openxmlformats.org/officeDocument/2006/relationships/image" Target="../media/image25.gi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18" Type="http://schemas.openxmlformats.org/officeDocument/2006/relationships/image" Target="../media/image18.jpeg"/><Relationship Id="rId26" Type="http://schemas.openxmlformats.org/officeDocument/2006/relationships/image" Target="../media/image26.gif"/><Relationship Id="rId3" Type="http://schemas.openxmlformats.org/officeDocument/2006/relationships/image" Target="../media/image3.jpeg"/><Relationship Id="rId21" Type="http://schemas.openxmlformats.org/officeDocument/2006/relationships/image" Target="../media/image21.jpe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17" Type="http://schemas.openxmlformats.org/officeDocument/2006/relationships/image" Target="../media/image17.jpeg"/><Relationship Id="rId25" Type="http://schemas.openxmlformats.org/officeDocument/2006/relationships/image" Target="../media/image25.gif"/><Relationship Id="rId2" Type="http://schemas.openxmlformats.org/officeDocument/2006/relationships/image" Target="../media/image2.jpeg"/><Relationship Id="rId16" Type="http://schemas.openxmlformats.org/officeDocument/2006/relationships/image" Target="../media/image16.jpeg"/><Relationship Id="rId20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24" Type="http://schemas.openxmlformats.org/officeDocument/2006/relationships/image" Target="../media/image24.jpe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23" Type="http://schemas.openxmlformats.org/officeDocument/2006/relationships/image" Target="../media/image23.jpeg"/><Relationship Id="rId10" Type="http://schemas.openxmlformats.org/officeDocument/2006/relationships/image" Target="../media/image10.jpeg"/><Relationship Id="rId19" Type="http://schemas.openxmlformats.org/officeDocument/2006/relationships/image" Target="../media/image19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Relationship Id="rId14" Type="http://schemas.openxmlformats.org/officeDocument/2006/relationships/image" Target="../media/image14.jpeg"/><Relationship Id="rId22" Type="http://schemas.openxmlformats.org/officeDocument/2006/relationships/image" Target="../media/image2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18" Type="http://schemas.openxmlformats.org/officeDocument/2006/relationships/image" Target="../media/image21.jpeg"/><Relationship Id="rId26" Type="http://schemas.openxmlformats.org/officeDocument/2006/relationships/image" Target="../media/image8.jpe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24.jpe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17" Type="http://schemas.openxmlformats.org/officeDocument/2006/relationships/image" Target="../media/image20.jpeg"/><Relationship Id="rId25" Type="http://schemas.openxmlformats.org/officeDocument/2006/relationships/image" Target="../media/image4.jpeg"/><Relationship Id="rId2" Type="http://schemas.openxmlformats.org/officeDocument/2006/relationships/audio" Target="../media/media1.mp3"/><Relationship Id="rId16" Type="http://schemas.openxmlformats.org/officeDocument/2006/relationships/image" Target="../media/image19.jpeg"/><Relationship Id="rId20" Type="http://schemas.openxmlformats.org/officeDocument/2006/relationships/image" Target="../media/image23.jpeg"/><Relationship Id="rId29" Type="http://schemas.openxmlformats.org/officeDocument/2006/relationships/image" Target="../media/image27.png"/><Relationship Id="rId1" Type="http://schemas.microsoft.com/office/2007/relationships/media" Target="../media/media1.mp3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24" Type="http://schemas.openxmlformats.org/officeDocument/2006/relationships/image" Target="../media/image6.jpeg"/><Relationship Id="rId5" Type="http://schemas.openxmlformats.org/officeDocument/2006/relationships/image" Target="../media/image7.jpeg"/><Relationship Id="rId15" Type="http://schemas.openxmlformats.org/officeDocument/2006/relationships/image" Target="../media/image18.jpeg"/><Relationship Id="rId23" Type="http://schemas.openxmlformats.org/officeDocument/2006/relationships/image" Target="../media/image3.jpeg"/><Relationship Id="rId28" Type="http://schemas.openxmlformats.org/officeDocument/2006/relationships/image" Target="../media/image25.gif"/><Relationship Id="rId10" Type="http://schemas.openxmlformats.org/officeDocument/2006/relationships/image" Target="../media/image13.jpeg"/><Relationship Id="rId19" Type="http://schemas.openxmlformats.org/officeDocument/2006/relationships/image" Target="../media/image22.jpeg"/><Relationship Id="rId4" Type="http://schemas.openxmlformats.org/officeDocument/2006/relationships/image" Target="../media/image5.jpeg"/><Relationship Id="rId9" Type="http://schemas.openxmlformats.org/officeDocument/2006/relationships/image" Target="../media/image12.jpeg"/><Relationship Id="rId14" Type="http://schemas.openxmlformats.org/officeDocument/2006/relationships/image" Target="../media/image17.jpeg"/><Relationship Id="rId22" Type="http://schemas.openxmlformats.org/officeDocument/2006/relationships/image" Target="../media/image2.jpeg"/><Relationship Id="rId27" Type="http://schemas.openxmlformats.org/officeDocument/2006/relationships/image" Target="../media/image26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657600"/>
            <a:ext cx="9144000" cy="7848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4500" b="1" dirty="0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WHAT DO YOU WANT TO BUY?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0" y="4572000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(QUESTION MODEL 1.4)</a:t>
            </a:r>
            <a:endParaRPr lang="en-US" sz="3200" b="1" dirty="0">
              <a:ln>
                <a:prstDash val="solid"/>
              </a:ln>
              <a:solidFill>
                <a:srgbClr val="00B0F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438400" y="2362200"/>
            <a:ext cx="4267200" cy="1139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8B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2895600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8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750"/>
                            </p:stCondLst>
                            <p:childTnLst>
                              <p:par>
                                <p:cTn id="2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747661"/>
              </p:ext>
            </p:extLst>
          </p:nvPr>
        </p:nvGraphicFramePr>
        <p:xfrm>
          <a:off x="128587" y="552026"/>
          <a:ext cx="8839200" cy="6153573"/>
        </p:xfrm>
        <a:graphic>
          <a:graphicData uri="http://schemas.openxmlformats.org/drawingml/2006/table">
            <a:tbl>
              <a:tblPr/>
              <a:tblGrid>
                <a:gridCol w="1777396"/>
                <a:gridCol w="1756546"/>
                <a:gridCol w="1720061"/>
                <a:gridCol w="1734829"/>
                <a:gridCol w="1850368"/>
              </a:tblGrid>
              <a:tr h="12927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WRITE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EAT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WEAR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COUNT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TEASE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93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READ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DRINK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BUY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SAVE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CUT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04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PAINT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TEACH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SELL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WASTE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LOOK AT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04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DRIVE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STUDY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USE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LEND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THROW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04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RIDE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LEARN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RECORD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BORROW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HUG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– TRANSITIVE VERBS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51075" y="609600"/>
            <a:ext cx="8196263" cy="5857874"/>
            <a:chOff x="351075" y="609600"/>
            <a:chExt cx="8196263" cy="5857874"/>
          </a:xfrm>
        </p:grpSpPr>
        <p:grpSp>
          <p:nvGrpSpPr>
            <p:cNvPr id="57" name="Group 56"/>
            <p:cNvGrpSpPr/>
            <p:nvPr/>
          </p:nvGrpSpPr>
          <p:grpSpPr>
            <a:xfrm>
              <a:off x="351075" y="625982"/>
              <a:ext cx="8196263" cy="5841492"/>
              <a:chOff x="419100" y="40814"/>
              <a:chExt cx="8196263" cy="6426661"/>
            </a:xfrm>
          </p:grpSpPr>
          <p:pic>
            <p:nvPicPr>
              <p:cNvPr id="5146" name="Picture 2" descr="eat3_resize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2446291" y="135144"/>
                <a:ext cx="785843" cy="931054"/>
              </a:xfrm>
              <a:prstGeom prst="rect">
                <a:avLst/>
              </a:prstGeom>
              <a:noFill/>
            </p:spPr>
          </p:pic>
          <p:pic>
            <p:nvPicPr>
              <p:cNvPr id="5145" name="Picture 25" descr="wear2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4095110" y="96665"/>
                <a:ext cx="962025" cy="962025"/>
              </a:xfrm>
              <a:prstGeom prst="rect">
                <a:avLst/>
              </a:prstGeom>
              <a:noFill/>
            </p:spPr>
          </p:pic>
          <p:pic>
            <p:nvPicPr>
              <p:cNvPr id="5144" name="Picture 157" descr="ROCKC016_resize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786012" y="40814"/>
                <a:ext cx="990600" cy="981075"/>
              </a:xfrm>
              <a:prstGeom prst="rect">
                <a:avLst/>
              </a:prstGeom>
              <a:noFill/>
            </p:spPr>
          </p:pic>
          <p:pic>
            <p:nvPicPr>
              <p:cNvPr id="5141" name="Picture 3" descr="drink2_resize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400300" y="1495425"/>
                <a:ext cx="990600" cy="990600"/>
              </a:xfrm>
              <a:prstGeom prst="rect">
                <a:avLst/>
              </a:prstGeom>
              <a:noFill/>
            </p:spPr>
          </p:pic>
          <p:pic>
            <p:nvPicPr>
              <p:cNvPr id="5140" name="Picture 20" descr="buy_resize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4043362" y="1485900"/>
                <a:ext cx="1009650" cy="1000125"/>
              </a:xfrm>
              <a:prstGeom prst="rect">
                <a:avLst/>
              </a:prstGeom>
              <a:noFill/>
            </p:spPr>
          </p:pic>
          <p:pic>
            <p:nvPicPr>
              <p:cNvPr id="5139" name="Picture 15" descr="save2_resize"/>
              <p:cNvPicPr>
                <a:picLocks noChangeAspect="1" noChangeArrowheads="1"/>
              </p:cNvPicPr>
              <p:nvPr/>
            </p:nvPicPr>
            <p:blipFill>
              <a:blip r:embed="rId9"/>
              <a:srcRect/>
              <a:stretch>
                <a:fillRect/>
              </a:stretch>
            </p:blipFill>
            <p:spPr bwMode="auto">
              <a:xfrm>
                <a:off x="5791200" y="1447800"/>
                <a:ext cx="1085850" cy="1038225"/>
              </a:xfrm>
              <a:prstGeom prst="rect">
                <a:avLst/>
              </a:prstGeom>
              <a:noFill/>
            </p:spPr>
          </p:pic>
          <p:pic>
            <p:nvPicPr>
              <p:cNvPr id="5138" name="Picture 6" descr="cut3_resize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7615238" y="1495425"/>
                <a:ext cx="1000125" cy="990600"/>
              </a:xfrm>
              <a:prstGeom prst="rect">
                <a:avLst/>
              </a:prstGeom>
              <a:noFill/>
            </p:spPr>
          </p:pic>
          <p:pic>
            <p:nvPicPr>
              <p:cNvPr id="5137" name="Picture 17" descr="paint_resize"/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595312" y="2857500"/>
                <a:ext cx="723900" cy="981075"/>
              </a:xfrm>
              <a:prstGeom prst="rect">
                <a:avLst/>
              </a:prstGeom>
              <a:noFill/>
            </p:spPr>
          </p:pic>
          <p:pic>
            <p:nvPicPr>
              <p:cNvPr id="5136" name="Picture 16" descr="teach_resize"/>
              <p:cNvPicPr>
                <a:picLocks noChangeAspect="1" noChangeArrowheads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2386013" y="2886075"/>
                <a:ext cx="1019175" cy="952500"/>
              </a:xfrm>
              <a:prstGeom prst="rect">
                <a:avLst/>
              </a:prstGeom>
              <a:noFill/>
            </p:spPr>
          </p:pic>
          <p:pic>
            <p:nvPicPr>
              <p:cNvPr id="5135" name="Picture 15" descr="show_resize"/>
              <p:cNvPicPr>
                <a:picLocks noChangeAspect="1" noChangeArrowheads="1"/>
              </p:cNvPicPr>
              <p:nvPr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4038600" y="2971800"/>
                <a:ext cx="1019175" cy="866775"/>
              </a:xfrm>
              <a:prstGeom prst="rect">
                <a:avLst/>
              </a:prstGeom>
              <a:noFill/>
            </p:spPr>
          </p:pic>
          <p:pic>
            <p:nvPicPr>
              <p:cNvPr id="5134" name="Picture 20" descr="waste_resize"/>
              <p:cNvPicPr>
                <a:picLocks noChangeAspect="1" noChangeArrowheads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 bwMode="auto">
              <a:xfrm>
                <a:off x="5791200" y="2886074"/>
                <a:ext cx="1014813" cy="952500"/>
              </a:xfrm>
              <a:prstGeom prst="rect">
                <a:avLst/>
              </a:prstGeom>
              <a:noFill/>
            </p:spPr>
          </p:pic>
          <p:pic>
            <p:nvPicPr>
              <p:cNvPr id="5133" name="Picture 10" descr="look at3_resize"/>
              <p:cNvPicPr>
                <a:picLocks noChangeAspect="1" noChangeArrowheads="1"/>
              </p:cNvPicPr>
              <p:nvPr/>
            </p:nvPicPr>
            <p:blipFill>
              <a:blip r:embed="rId15"/>
              <a:srcRect/>
              <a:stretch>
                <a:fillRect/>
              </a:stretch>
            </p:blipFill>
            <p:spPr bwMode="auto">
              <a:xfrm>
                <a:off x="7686675" y="2886074"/>
                <a:ext cx="801168" cy="952500"/>
              </a:xfrm>
              <a:prstGeom prst="rect">
                <a:avLst/>
              </a:prstGeom>
              <a:noFill/>
            </p:spPr>
          </p:pic>
          <p:pic>
            <p:nvPicPr>
              <p:cNvPr id="5132" name="Picture 5" descr="driver3_resize"/>
              <p:cNvPicPr>
                <a:picLocks noChangeAspect="1" noChangeArrowheads="1"/>
              </p:cNvPicPr>
              <p:nvPr/>
            </p:nvPicPr>
            <p:blipFill>
              <a:blip r:embed="rId16"/>
              <a:srcRect/>
              <a:stretch>
                <a:fillRect/>
              </a:stretch>
            </p:blipFill>
            <p:spPr bwMode="auto">
              <a:xfrm>
                <a:off x="419100" y="4295775"/>
                <a:ext cx="1076325" cy="857250"/>
              </a:xfrm>
              <a:prstGeom prst="rect">
                <a:avLst/>
              </a:prstGeom>
              <a:noFill/>
            </p:spPr>
          </p:pic>
          <p:pic>
            <p:nvPicPr>
              <p:cNvPr id="5131" name="Picture 11" descr="study with_resize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2457450" y="4343400"/>
                <a:ext cx="876300" cy="809625"/>
              </a:xfrm>
              <a:prstGeom prst="rect">
                <a:avLst/>
              </a:prstGeom>
              <a:noFill/>
            </p:spPr>
          </p:pic>
          <p:pic>
            <p:nvPicPr>
              <p:cNvPr id="5130" name="Picture 1" descr="type_resize"/>
              <p:cNvPicPr>
                <a:picLocks noChangeAspect="1" noChangeArrowheads="1"/>
              </p:cNvPicPr>
              <p:nvPr/>
            </p:nvPicPr>
            <p:blipFill>
              <a:blip r:embed="rId18"/>
              <a:srcRect/>
              <a:stretch>
                <a:fillRect/>
              </a:stretch>
            </p:blipFill>
            <p:spPr bwMode="auto">
              <a:xfrm>
                <a:off x="4081462" y="4343400"/>
                <a:ext cx="933450" cy="809625"/>
              </a:xfrm>
              <a:prstGeom prst="rect">
                <a:avLst/>
              </a:prstGeom>
              <a:noFill/>
            </p:spPr>
          </p:pic>
          <p:pic>
            <p:nvPicPr>
              <p:cNvPr id="5128" name="Picture 9" descr="lend_resize"/>
              <p:cNvPicPr>
                <a:picLocks noChangeAspect="1" noChangeArrowheads="1"/>
              </p:cNvPicPr>
              <p:nvPr/>
            </p:nvPicPr>
            <p:blipFill>
              <a:blip r:embed="rId19"/>
              <a:srcRect/>
              <a:stretch>
                <a:fillRect/>
              </a:stretch>
            </p:blipFill>
            <p:spPr bwMode="auto">
              <a:xfrm>
                <a:off x="5857875" y="4124325"/>
                <a:ext cx="952500" cy="1028700"/>
              </a:xfrm>
              <a:prstGeom prst="rect">
                <a:avLst/>
              </a:prstGeom>
              <a:noFill/>
            </p:spPr>
          </p:pic>
          <p:pic>
            <p:nvPicPr>
              <p:cNvPr id="5127" name="Picture 4" descr="throw_resize"/>
              <p:cNvPicPr>
                <a:picLocks noChangeAspect="1" noChangeArrowheads="1"/>
              </p:cNvPicPr>
              <p:nvPr/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7753350" y="4324350"/>
                <a:ext cx="723900" cy="828675"/>
              </a:xfrm>
              <a:prstGeom prst="rect">
                <a:avLst/>
              </a:prstGeom>
              <a:noFill/>
            </p:spPr>
          </p:pic>
          <p:pic>
            <p:nvPicPr>
              <p:cNvPr id="5126" name="Picture 6" descr="ride3_resize"/>
              <p:cNvPicPr>
                <a:picLocks noChangeAspect="1" noChangeArrowheads="1"/>
              </p:cNvPicPr>
              <p:nvPr/>
            </p:nvPicPr>
            <p:blipFill>
              <a:blip r:embed="rId21"/>
              <a:srcRect/>
              <a:stretch>
                <a:fillRect/>
              </a:stretch>
            </p:blipFill>
            <p:spPr bwMode="auto">
              <a:xfrm>
                <a:off x="614362" y="5476875"/>
                <a:ext cx="685800" cy="990600"/>
              </a:xfrm>
              <a:prstGeom prst="rect">
                <a:avLst/>
              </a:prstGeom>
              <a:noFill/>
            </p:spPr>
          </p:pic>
          <p:pic>
            <p:nvPicPr>
              <p:cNvPr id="5125" name="Picture 5" descr="calculate3_resize"/>
              <p:cNvPicPr>
                <a:picLocks noChangeAspect="1" noChangeArrowheads="1"/>
              </p:cNvPicPr>
              <p:nvPr/>
            </p:nvPicPr>
            <p:blipFill>
              <a:blip r:embed="rId22"/>
              <a:srcRect/>
              <a:stretch>
                <a:fillRect/>
              </a:stretch>
            </p:blipFill>
            <p:spPr bwMode="auto">
              <a:xfrm>
                <a:off x="2414588" y="5524500"/>
                <a:ext cx="962025" cy="942975"/>
              </a:xfrm>
              <a:prstGeom prst="rect">
                <a:avLst/>
              </a:prstGeom>
              <a:noFill/>
            </p:spPr>
          </p:pic>
          <p:pic>
            <p:nvPicPr>
              <p:cNvPr id="5124" name="Picture 4" descr="walkman_resize"/>
              <p:cNvPicPr>
                <a:picLocks noChangeAspect="1" noChangeArrowheads="1"/>
              </p:cNvPicPr>
              <p:nvPr/>
            </p:nvPicPr>
            <p:blipFill>
              <a:blip r:embed="rId23"/>
              <a:srcRect r="24596"/>
              <a:stretch>
                <a:fillRect/>
              </a:stretch>
            </p:blipFill>
            <p:spPr bwMode="auto">
              <a:xfrm>
                <a:off x="4219575" y="5448300"/>
                <a:ext cx="657225" cy="1019175"/>
              </a:xfrm>
              <a:prstGeom prst="rect">
                <a:avLst/>
              </a:prstGeom>
              <a:noFill/>
            </p:spPr>
          </p:pic>
          <p:pic>
            <p:nvPicPr>
              <p:cNvPr id="5122" name="Picture 14" descr="give4_resize"/>
              <p:cNvPicPr>
                <a:picLocks noChangeAspect="1" noChangeArrowheads="1"/>
              </p:cNvPicPr>
              <p:nvPr/>
            </p:nvPicPr>
            <p:blipFill>
              <a:blip r:embed="rId24"/>
              <a:srcRect/>
              <a:stretch>
                <a:fillRect/>
              </a:stretch>
            </p:blipFill>
            <p:spPr bwMode="auto">
              <a:xfrm>
                <a:off x="5967413" y="5486400"/>
                <a:ext cx="680565" cy="981075"/>
              </a:xfrm>
              <a:prstGeom prst="rect">
                <a:avLst/>
              </a:prstGeom>
              <a:noFill/>
            </p:spPr>
          </p:pic>
          <p:pic>
            <p:nvPicPr>
              <p:cNvPr id="5121" name="Picture 21" descr="hug_resize"/>
              <p:cNvPicPr>
                <a:picLocks noChangeAspect="1" noChangeArrowheads="1"/>
              </p:cNvPicPr>
              <p:nvPr/>
            </p:nvPicPr>
            <p:blipFill>
              <a:blip r:embed="rId25"/>
              <a:srcRect/>
              <a:stretch>
                <a:fillRect/>
              </a:stretch>
            </p:blipFill>
            <p:spPr bwMode="auto">
              <a:xfrm>
                <a:off x="7867650" y="5524500"/>
                <a:ext cx="445770" cy="942975"/>
              </a:xfrm>
              <a:prstGeom prst="rect">
                <a:avLst/>
              </a:prstGeom>
              <a:noFill/>
            </p:spPr>
          </p:pic>
          <p:sp>
            <p:nvSpPr>
              <p:cNvPr id="5129" name="AutoShape 9"/>
              <p:cNvSpPr>
                <a:spLocks noChangeArrowheads="1"/>
              </p:cNvSpPr>
              <p:nvPr/>
            </p:nvSpPr>
            <p:spPr bwMode="auto">
              <a:xfrm>
                <a:off x="6629400" y="4267200"/>
                <a:ext cx="342900" cy="168275"/>
              </a:xfrm>
              <a:prstGeom prst="rightArrow">
                <a:avLst>
                  <a:gd name="adj1" fmla="val 50000"/>
                  <a:gd name="adj2" fmla="val 50943"/>
                </a:avLst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23" name="AutoShape 3"/>
              <p:cNvSpPr>
                <a:spLocks noChangeArrowheads="1"/>
              </p:cNvSpPr>
              <p:nvPr/>
            </p:nvSpPr>
            <p:spPr bwMode="auto">
              <a:xfrm>
                <a:off x="6477000" y="5486400"/>
                <a:ext cx="457200" cy="114300"/>
              </a:xfrm>
              <a:prstGeom prst="leftArrow">
                <a:avLst>
                  <a:gd name="adj1" fmla="val 50000"/>
                  <a:gd name="adj2" fmla="val 100000"/>
                </a:avLst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5148" name="Picture 28" descr="tease"/>
              <p:cNvPicPr>
                <a:picLocks noChangeAspect="1" noChangeArrowheads="1"/>
              </p:cNvPicPr>
              <p:nvPr/>
            </p:nvPicPr>
            <p:blipFill>
              <a:blip r:embed="rId26" cstate="print"/>
              <a:srcRect/>
              <a:stretch>
                <a:fillRect/>
              </a:stretch>
            </p:blipFill>
            <p:spPr bwMode="auto">
              <a:xfrm>
                <a:off x="7472363" y="75003"/>
                <a:ext cx="1143000" cy="9911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268" y="1905000"/>
              <a:ext cx="1152932" cy="988226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173" y="609600"/>
              <a:ext cx="927656" cy="974788"/>
            </a:xfrm>
            <a:prstGeom prst="rect">
              <a:avLst/>
            </a:prstGeom>
          </p:spPr>
        </p:pic>
      </p:grpSp>
      <p:pic>
        <p:nvPicPr>
          <p:cNvPr id="6" name="QR01(Unit9A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9"/>
          <a:stretch>
            <a:fillRect/>
          </a:stretch>
        </p:blipFill>
        <p:spPr>
          <a:xfrm>
            <a:off x="5180250" y="-17646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2915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064365"/>
              </p:ext>
            </p:extLst>
          </p:nvPr>
        </p:nvGraphicFramePr>
        <p:xfrm>
          <a:off x="128587" y="552026"/>
          <a:ext cx="8839200" cy="6153573"/>
        </p:xfrm>
        <a:graphic>
          <a:graphicData uri="http://schemas.openxmlformats.org/drawingml/2006/table">
            <a:tbl>
              <a:tblPr/>
              <a:tblGrid>
                <a:gridCol w="1777396"/>
                <a:gridCol w="1756546"/>
                <a:gridCol w="1720061"/>
                <a:gridCol w="1734829"/>
                <a:gridCol w="1850368"/>
              </a:tblGrid>
              <a:tr h="12927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93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04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04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04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– PICTURES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51075" y="609600"/>
            <a:ext cx="8196263" cy="5857874"/>
            <a:chOff x="351075" y="609600"/>
            <a:chExt cx="8196263" cy="5857874"/>
          </a:xfrm>
        </p:grpSpPr>
        <p:grpSp>
          <p:nvGrpSpPr>
            <p:cNvPr id="57" name="Group 56"/>
            <p:cNvGrpSpPr/>
            <p:nvPr/>
          </p:nvGrpSpPr>
          <p:grpSpPr>
            <a:xfrm>
              <a:off x="351075" y="625982"/>
              <a:ext cx="8196263" cy="5841492"/>
              <a:chOff x="419100" y="40814"/>
              <a:chExt cx="8196263" cy="6426661"/>
            </a:xfrm>
          </p:grpSpPr>
          <p:pic>
            <p:nvPicPr>
              <p:cNvPr id="5146" name="Picture 2" descr="eat3_resize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2446291" y="135144"/>
                <a:ext cx="785843" cy="931054"/>
              </a:xfrm>
              <a:prstGeom prst="rect">
                <a:avLst/>
              </a:prstGeom>
              <a:noFill/>
            </p:spPr>
          </p:pic>
          <p:pic>
            <p:nvPicPr>
              <p:cNvPr id="5145" name="Picture 25" descr="wear2_resize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4095110" y="96665"/>
                <a:ext cx="962025" cy="962025"/>
              </a:xfrm>
              <a:prstGeom prst="rect">
                <a:avLst/>
              </a:prstGeom>
              <a:noFill/>
            </p:spPr>
          </p:pic>
          <p:pic>
            <p:nvPicPr>
              <p:cNvPr id="5144" name="Picture 157" descr="ROCKC016_resize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5786012" y="40814"/>
                <a:ext cx="990600" cy="981075"/>
              </a:xfrm>
              <a:prstGeom prst="rect">
                <a:avLst/>
              </a:prstGeom>
              <a:noFill/>
            </p:spPr>
          </p:pic>
          <p:pic>
            <p:nvPicPr>
              <p:cNvPr id="5141" name="Picture 3" descr="drink2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400300" y="1495425"/>
                <a:ext cx="990600" cy="990600"/>
              </a:xfrm>
              <a:prstGeom prst="rect">
                <a:avLst/>
              </a:prstGeom>
              <a:noFill/>
            </p:spPr>
          </p:pic>
          <p:pic>
            <p:nvPicPr>
              <p:cNvPr id="5140" name="Picture 20" descr="buy_resize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4043362" y="1485900"/>
                <a:ext cx="1009650" cy="1000125"/>
              </a:xfrm>
              <a:prstGeom prst="rect">
                <a:avLst/>
              </a:prstGeom>
              <a:noFill/>
            </p:spPr>
          </p:pic>
          <p:pic>
            <p:nvPicPr>
              <p:cNvPr id="5139" name="Picture 15" descr="save2_resize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5791200" y="1447800"/>
                <a:ext cx="1085850" cy="1038225"/>
              </a:xfrm>
              <a:prstGeom prst="rect">
                <a:avLst/>
              </a:prstGeom>
              <a:noFill/>
            </p:spPr>
          </p:pic>
          <p:pic>
            <p:nvPicPr>
              <p:cNvPr id="5138" name="Picture 6" descr="cut3_resize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7615238" y="1495425"/>
                <a:ext cx="1000125" cy="990600"/>
              </a:xfrm>
              <a:prstGeom prst="rect">
                <a:avLst/>
              </a:prstGeom>
              <a:noFill/>
            </p:spPr>
          </p:pic>
          <p:pic>
            <p:nvPicPr>
              <p:cNvPr id="5137" name="Picture 17" descr="paint_resize"/>
              <p:cNvPicPr>
                <a:picLocks noChangeAspect="1" noChangeArrowheads="1"/>
              </p:cNvPicPr>
              <p:nvPr/>
            </p:nvPicPr>
            <p:blipFill>
              <a:blip r:embed="rId9"/>
              <a:srcRect/>
              <a:stretch>
                <a:fillRect/>
              </a:stretch>
            </p:blipFill>
            <p:spPr bwMode="auto">
              <a:xfrm>
                <a:off x="595312" y="2857500"/>
                <a:ext cx="723900" cy="981075"/>
              </a:xfrm>
              <a:prstGeom prst="rect">
                <a:avLst/>
              </a:prstGeom>
              <a:noFill/>
            </p:spPr>
          </p:pic>
          <p:pic>
            <p:nvPicPr>
              <p:cNvPr id="5136" name="Picture 16" descr="teach_resize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2386013" y="2886075"/>
                <a:ext cx="1019175" cy="952500"/>
              </a:xfrm>
              <a:prstGeom prst="rect">
                <a:avLst/>
              </a:prstGeom>
              <a:noFill/>
            </p:spPr>
          </p:pic>
          <p:pic>
            <p:nvPicPr>
              <p:cNvPr id="5135" name="Picture 15" descr="show_resize"/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4038600" y="2971800"/>
                <a:ext cx="1019175" cy="866775"/>
              </a:xfrm>
              <a:prstGeom prst="rect">
                <a:avLst/>
              </a:prstGeom>
              <a:noFill/>
            </p:spPr>
          </p:pic>
          <p:pic>
            <p:nvPicPr>
              <p:cNvPr id="5134" name="Picture 20" descr="waste_resize"/>
              <p:cNvPicPr>
                <a:picLocks noChangeAspect="1" noChangeArrowheads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5791200" y="2886074"/>
                <a:ext cx="1014813" cy="952500"/>
              </a:xfrm>
              <a:prstGeom prst="rect">
                <a:avLst/>
              </a:prstGeom>
              <a:noFill/>
            </p:spPr>
          </p:pic>
          <p:pic>
            <p:nvPicPr>
              <p:cNvPr id="5133" name="Picture 10" descr="look at3_resize"/>
              <p:cNvPicPr>
                <a:picLocks noChangeAspect="1" noChangeArrowheads="1"/>
              </p:cNvPicPr>
              <p:nvPr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7686675" y="2886074"/>
                <a:ext cx="801168" cy="952500"/>
              </a:xfrm>
              <a:prstGeom prst="rect">
                <a:avLst/>
              </a:prstGeom>
              <a:noFill/>
            </p:spPr>
          </p:pic>
          <p:pic>
            <p:nvPicPr>
              <p:cNvPr id="5132" name="Picture 5" descr="driver3_resize"/>
              <p:cNvPicPr>
                <a:picLocks noChangeAspect="1" noChangeArrowheads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 bwMode="auto">
              <a:xfrm>
                <a:off x="419100" y="4295775"/>
                <a:ext cx="1076325" cy="857250"/>
              </a:xfrm>
              <a:prstGeom prst="rect">
                <a:avLst/>
              </a:prstGeom>
              <a:noFill/>
            </p:spPr>
          </p:pic>
          <p:pic>
            <p:nvPicPr>
              <p:cNvPr id="5131" name="Picture 11" descr="study with_resize"/>
              <p:cNvPicPr>
                <a:picLocks noChangeAspect="1" noChangeArrowheads="1"/>
              </p:cNvPicPr>
              <p:nvPr/>
            </p:nvPicPr>
            <p:blipFill>
              <a:blip r:embed="rId15"/>
              <a:srcRect/>
              <a:stretch>
                <a:fillRect/>
              </a:stretch>
            </p:blipFill>
            <p:spPr bwMode="auto">
              <a:xfrm>
                <a:off x="2457450" y="4343400"/>
                <a:ext cx="876300" cy="809625"/>
              </a:xfrm>
              <a:prstGeom prst="rect">
                <a:avLst/>
              </a:prstGeom>
              <a:noFill/>
            </p:spPr>
          </p:pic>
          <p:pic>
            <p:nvPicPr>
              <p:cNvPr id="5130" name="Picture 1" descr="type_resize"/>
              <p:cNvPicPr>
                <a:picLocks noChangeAspect="1" noChangeArrowheads="1"/>
              </p:cNvPicPr>
              <p:nvPr/>
            </p:nvPicPr>
            <p:blipFill>
              <a:blip r:embed="rId16"/>
              <a:srcRect/>
              <a:stretch>
                <a:fillRect/>
              </a:stretch>
            </p:blipFill>
            <p:spPr bwMode="auto">
              <a:xfrm>
                <a:off x="4081462" y="4343400"/>
                <a:ext cx="933450" cy="809625"/>
              </a:xfrm>
              <a:prstGeom prst="rect">
                <a:avLst/>
              </a:prstGeom>
              <a:noFill/>
            </p:spPr>
          </p:pic>
          <p:pic>
            <p:nvPicPr>
              <p:cNvPr id="5128" name="Picture 9" descr="lend_resize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5857875" y="4124325"/>
                <a:ext cx="952500" cy="1028700"/>
              </a:xfrm>
              <a:prstGeom prst="rect">
                <a:avLst/>
              </a:prstGeom>
              <a:noFill/>
            </p:spPr>
          </p:pic>
          <p:pic>
            <p:nvPicPr>
              <p:cNvPr id="5127" name="Picture 4" descr="throw_resize"/>
              <p:cNvPicPr>
                <a:picLocks noChangeAspect="1" noChangeArrowheads="1"/>
              </p:cNvPicPr>
              <p:nvPr/>
            </p:nvPicPr>
            <p:blipFill>
              <a:blip r:embed="rId18"/>
              <a:srcRect/>
              <a:stretch>
                <a:fillRect/>
              </a:stretch>
            </p:blipFill>
            <p:spPr bwMode="auto">
              <a:xfrm>
                <a:off x="7753350" y="4324350"/>
                <a:ext cx="723900" cy="828675"/>
              </a:xfrm>
              <a:prstGeom prst="rect">
                <a:avLst/>
              </a:prstGeom>
              <a:noFill/>
            </p:spPr>
          </p:pic>
          <p:pic>
            <p:nvPicPr>
              <p:cNvPr id="5126" name="Picture 6" descr="ride3_resize"/>
              <p:cNvPicPr>
                <a:picLocks noChangeAspect="1" noChangeArrowheads="1"/>
              </p:cNvPicPr>
              <p:nvPr/>
            </p:nvPicPr>
            <p:blipFill>
              <a:blip r:embed="rId19"/>
              <a:srcRect/>
              <a:stretch>
                <a:fillRect/>
              </a:stretch>
            </p:blipFill>
            <p:spPr bwMode="auto">
              <a:xfrm>
                <a:off x="614362" y="5476875"/>
                <a:ext cx="685800" cy="990600"/>
              </a:xfrm>
              <a:prstGeom prst="rect">
                <a:avLst/>
              </a:prstGeom>
              <a:noFill/>
            </p:spPr>
          </p:pic>
          <p:pic>
            <p:nvPicPr>
              <p:cNvPr id="5125" name="Picture 5" descr="calculate3_resize"/>
              <p:cNvPicPr>
                <a:picLocks noChangeAspect="1" noChangeArrowheads="1"/>
              </p:cNvPicPr>
              <p:nvPr/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2414588" y="5524500"/>
                <a:ext cx="962025" cy="942975"/>
              </a:xfrm>
              <a:prstGeom prst="rect">
                <a:avLst/>
              </a:prstGeom>
              <a:noFill/>
            </p:spPr>
          </p:pic>
          <p:pic>
            <p:nvPicPr>
              <p:cNvPr id="5124" name="Picture 4" descr="walkman_resize"/>
              <p:cNvPicPr>
                <a:picLocks noChangeAspect="1" noChangeArrowheads="1"/>
              </p:cNvPicPr>
              <p:nvPr/>
            </p:nvPicPr>
            <p:blipFill>
              <a:blip r:embed="rId21"/>
              <a:srcRect r="24596"/>
              <a:stretch>
                <a:fillRect/>
              </a:stretch>
            </p:blipFill>
            <p:spPr bwMode="auto">
              <a:xfrm>
                <a:off x="4219575" y="5448300"/>
                <a:ext cx="657225" cy="1019175"/>
              </a:xfrm>
              <a:prstGeom prst="rect">
                <a:avLst/>
              </a:prstGeom>
              <a:noFill/>
            </p:spPr>
          </p:pic>
          <p:pic>
            <p:nvPicPr>
              <p:cNvPr id="5122" name="Picture 14" descr="give4_resize"/>
              <p:cNvPicPr>
                <a:picLocks noChangeAspect="1" noChangeArrowheads="1"/>
              </p:cNvPicPr>
              <p:nvPr/>
            </p:nvPicPr>
            <p:blipFill>
              <a:blip r:embed="rId22"/>
              <a:srcRect/>
              <a:stretch>
                <a:fillRect/>
              </a:stretch>
            </p:blipFill>
            <p:spPr bwMode="auto">
              <a:xfrm>
                <a:off x="5967413" y="5486400"/>
                <a:ext cx="680565" cy="981075"/>
              </a:xfrm>
              <a:prstGeom prst="rect">
                <a:avLst/>
              </a:prstGeom>
              <a:noFill/>
            </p:spPr>
          </p:pic>
          <p:pic>
            <p:nvPicPr>
              <p:cNvPr id="5121" name="Picture 21" descr="hug_resize"/>
              <p:cNvPicPr>
                <a:picLocks noChangeAspect="1" noChangeArrowheads="1"/>
              </p:cNvPicPr>
              <p:nvPr/>
            </p:nvPicPr>
            <p:blipFill>
              <a:blip r:embed="rId23"/>
              <a:srcRect/>
              <a:stretch>
                <a:fillRect/>
              </a:stretch>
            </p:blipFill>
            <p:spPr bwMode="auto">
              <a:xfrm>
                <a:off x="7867650" y="5524500"/>
                <a:ext cx="445770" cy="942975"/>
              </a:xfrm>
              <a:prstGeom prst="rect">
                <a:avLst/>
              </a:prstGeom>
              <a:noFill/>
            </p:spPr>
          </p:pic>
          <p:sp>
            <p:nvSpPr>
              <p:cNvPr id="5129" name="AutoShape 9"/>
              <p:cNvSpPr>
                <a:spLocks noChangeArrowheads="1"/>
              </p:cNvSpPr>
              <p:nvPr/>
            </p:nvSpPr>
            <p:spPr bwMode="auto">
              <a:xfrm>
                <a:off x="6629400" y="4267200"/>
                <a:ext cx="342900" cy="168275"/>
              </a:xfrm>
              <a:prstGeom prst="rightArrow">
                <a:avLst>
                  <a:gd name="adj1" fmla="val 50000"/>
                  <a:gd name="adj2" fmla="val 50943"/>
                </a:avLst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23" name="AutoShape 3"/>
              <p:cNvSpPr>
                <a:spLocks noChangeArrowheads="1"/>
              </p:cNvSpPr>
              <p:nvPr/>
            </p:nvSpPr>
            <p:spPr bwMode="auto">
              <a:xfrm>
                <a:off x="6477000" y="5486400"/>
                <a:ext cx="457200" cy="114300"/>
              </a:xfrm>
              <a:prstGeom prst="leftArrow">
                <a:avLst>
                  <a:gd name="adj1" fmla="val 50000"/>
                  <a:gd name="adj2" fmla="val 100000"/>
                </a:avLst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5148" name="Picture 28" descr="tease"/>
              <p:cNvPicPr>
                <a:picLocks noChangeAspect="1" noChangeArrowheads="1"/>
              </p:cNvPicPr>
              <p:nvPr/>
            </p:nvPicPr>
            <p:blipFill>
              <a:blip r:embed="rId24" cstate="print"/>
              <a:srcRect/>
              <a:stretch>
                <a:fillRect/>
              </a:stretch>
            </p:blipFill>
            <p:spPr bwMode="auto">
              <a:xfrm>
                <a:off x="7472363" y="75003"/>
                <a:ext cx="1143000" cy="9911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268" y="1905000"/>
              <a:ext cx="1152932" cy="988226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173" y="609600"/>
              <a:ext cx="927656" cy="9747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76807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922734"/>
              </p:ext>
            </p:extLst>
          </p:nvPr>
        </p:nvGraphicFramePr>
        <p:xfrm>
          <a:off x="152400" y="528250"/>
          <a:ext cx="8839200" cy="6177350"/>
        </p:xfrm>
        <a:graphic>
          <a:graphicData uri="http://schemas.openxmlformats.org/drawingml/2006/table">
            <a:tbl>
              <a:tblPr/>
              <a:tblGrid>
                <a:gridCol w="1777396"/>
                <a:gridCol w="1756546"/>
                <a:gridCol w="1720061"/>
                <a:gridCol w="1734829"/>
                <a:gridCol w="1850368"/>
              </a:tblGrid>
              <a:tr h="12354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54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54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54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54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704" marR="64704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LISTENING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351075" y="573337"/>
            <a:ext cx="8252345" cy="6062177"/>
            <a:chOff x="351075" y="573337"/>
            <a:chExt cx="8252345" cy="6062177"/>
          </a:xfrm>
        </p:grpSpPr>
        <p:grpSp>
          <p:nvGrpSpPr>
            <p:cNvPr id="34" name="Group 33"/>
            <p:cNvGrpSpPr/>
            <p:nvPr/>
          </p:nvGrpSpPr>
          <p:grpSpPr>
            <a:xfrm>
              <a:off x="351075" y="573337"/>
              <a:ext cx="8252345" cy="6062177"/>
              <a:chOff x="419100" y="-17105"/>
              <a:chExt cx="8252345" cy="6669454"/>
            </a:xfrm>
          </p:grpSpPr>
          <p:pic>
            <p:nvPicPr>
              <p:cNvPr id="40" name="Picture 3" descr="drink2_resize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2277825" y="-17105"/>
                <a:ext cx="1235550" cy="1235551"/>
              </a:xfrm>
              <a:prstGeom prst="rect">
                <a:avLst/>
              </a:prstGeom>
              <a:noFill/>
            </p:spPr>
          </p:pic>
          <p:pic>
            <p:nvPicPr>
              <p:cNvPr id="42" name="Picture 15" descr="save2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5791200" y="118515"/>
                <a:ext cx="1085850" cy="1038225"/>
              </a:xfrm>
              <a:prstGeom prst="rect">
                <a:avLst/>
              </a:prstGeom>
              <a:noFill/>
            </p:spPr>
          </p:pic>
          <p:pic>
            <p:nvPicPr>
              <p:cNvPr id="44" name="Picture 17" descr="paint_resize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95312" y="80062"/>
                <a:ext cx="723900" cy="981075"/>
              </a:xfrm>
              <a:prstGeom prst="rect">
                <a:avLst/>
              </a:prstGeom>
              <a:noFill/>
            </p:spPr>
          </p:pic>
          <p:pic>
            <p:nvPicPr>
              <p:cNvPr id="45" name="Picture 16" descr="teach_resize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277826" y="5418627"/>
                <a:ext cx="1235550" cy="1154719"/>
              </a:xfrm>
              <a:prstGeom prst="rect">
                <a:avLst/>
              </a:prstGeom>
              <a:noFill/>
            </p:spPr>
          </p:pic>
          <p:pic>
            <p:nvPicPr>
              <p:cNvPr id="46" name="Picture 15" descr="show_resize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3922950" y="105884"/>
                <a:ext cx="1250476" cy="1063488"/>
              </a:xfrm>
              <a:prstGeom prst="rect">
                <a:avLst/>
              </a:prstGeom>
              <a:noFill/>
            </p:spPr>
          </p:pic>
          <p:pic>
            <p:nvPicPr>
              <p:cNvPr id="47" name="Picture 20" descr="waste_resize"/>
              <p:cNvPicPr>
                <a:picLocks noChangeAspect="1" noChangeArrowheads="1"/>
              </p:cNvPicPr>
              <p:nvPr/>
            </p:nvPicPr>
            <p:blipFill>
              <a:blip r:embed="rId9"/>
              <a:srcRect/>
              <a:stretch>
                <a:fillRect/>
              </a:stretch>
            </p:blipFill>
            <p:spPr bwMode="auto">
              <a:xfrm>
                <a:off x="5791200" y="5572069"/>
                <a:ext cx="1014813" cy="952500"/>
              </a:xfrm>
              <a:prstGeom prst="rect">
                <a:avLst/>
              </a:prstGeom>
              <a:noFill/>
            </p:spPr>
          </p:pic>
          <p:pic>
            <p:nvPicPr>
              <p:cNvPr id="48" name="Picture 10" descr="look at3_resize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7559156" y="4047096"/>
                <a:ext cx="1056206" cy="1255713"/>
              </a:xfrm>
              <a:prstGeom prst="rect">
                <a:avLst/>
              </a:prstGeom>
              <a:noFill/>
            </p:spPr>
          </p:pic>
          <p:pic>
            <p:nvPicPr>
              <p:cNvPr id="49" name="Picture 5" descr="driver3_resize"/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419100" y="2796071"/>
                <a:ext cx="1249125" cy="994879"/>
              </a:xfrm>
              <a:prstGeom prst="rect">
                <a:avLst/>
              </a:prstGeom>
              <a:noFill/>
            </p:spPr>
          </p:pic>
          <p:pic>
            <p:nvPicPr>
              <p:cNvPr id="50" name="Picture 11" descr="study with_resize"/>
              <p:cNvPicPr>
                <a:picLocks noChangeAspect="1" noChangeArrowheads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2277825" y="2741347"/>
                <a:ext cx="1235550" cy="1141541"/>
              </a:xfrm>
              <a:prstGeom prst="rect">
                <a:avLst/>
              </a:prstGeom>
              <a:noFill/>
            </p:spPr>
          </p:pic>
          <p:pic>
            <p:nvPicPr>
              <p:cNvPr id="51" name="Picture 1" descr="type_resize"/>
              <p:cNvPicPr>
                <a:picLocks noChangeAspect="1" noChangeArrowheads="1"/>
              </p:cNvPicPr>
              <p:nvPr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3875946" y="1364124"/>
                <a:ext cx="1344482" cy="1166132"/>
              </a:xfrm>
              <a:prstGeom prst="rect">
                <a:avLst/>
              </a:prstGeom>
              <a:noFill/>
            </p:spPr>
          </p:pic>
          <p:pic>
            <p:nvPicPr>
              <p:cNvPr id="52" name="Picture 9" descr="lend_resize"/>
              <p:cNvPicPr>
                <a:picLocks noChangeAspect="1" noChangeArrowheads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 bwMode="auto">
              <a:xfrm>
                <a:off x="5857875" y="4124325"/>
                <a:ext cx="952500" cy="1028700"/>
              </a:xfrm>
              <a:prstGeom prst="rect">
                <a:avLst/>
              </a:prstGeom>
              <a:noFill/>
            </p:spPr>
          </p:pic>
          <p:pic>
            <p:nvPicPr>
              <p:cNvPr id="53" name="Picture 4" descr="throw_resize"/>
              <p:cNvPicPr>
                <a:picLocks noChangeAspect="1" noChangeArrowheads="1"/>
              </p:cNvPicPr>
              <p:nvPr/>
            </p:nvPicPr>
            <p:blipFill>
              <a:blip r:embed="rId15"/>
              <a:srcRect/>
              <a:stretch>
                <a:fillRect/>
              </a:stretch>
            </p:blipFill>
            <p:spPr bwMode="auto">
              <a:xfrm>
                <a:off x="7686675" y="1400637"/>
                <a:ext cx="928687" cy="1063102"/>
              </a:xfrm>
              <a:prstGeom prst="rect">
                <a:avLst/>
              </a:prstGeom>
              <a:noFill/>
            </p:spPr>
          </p:pic>
          <p:pic>
            <p:nvPicPr>
              <p:cNvPr id="54" name="Picture 6" descr="ride3_resize"/>
              <p:cNvPicPr>
                <a:picLocks noChangeAspect="1" noChangeArrowheads="1"/>
              </p:cNvPicPr>
              <p:nvPr/>
            </p:nvPicPr>
            <p:blipFill>
              <a:blip r:embed="rId16"/>
              <a:srcRect/>
              <a:stretch>
                <a:fillRect/>
              </a:stretch>
            </p:blipFill>
            <p:spPr bwMode="auto">
              <a:xfrm>
                <a:off x="614362" y="5476875"/>
                <a:ext cx="685800" cy="990600"/>
              </a:xfrm>
              <a:prstGeom prst="rect">
                <a:avLst/>
              </a:prstGeom>
              <a:noFill/>
            </p:spPr>
          </p:pic>
          <p:pic>
            <p:nvPicPr>
              <p:cNvPr id="55" name="Picture 5" descr="calculate3_resize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2277826" y="1344264"/>
                <a:ext cx="1235550" cy="1211083"/>
              </a:xfrm>
              <a:prstGeom prst="rect">
                <a:avLst/>
              </a:prstGeom>
              <a:noFill/>
            </p:spPr>
          </p:pic>
          <p:pic>
            <p:nvPicPr>
              <p:cNvPr id="56" name="Picture 4" descr="walkman_resize"/>
              <p:cNvPicPr>
                <a:picLocks noChangeAspect="1" noChangeArrowheads="1"/>
              </p:cNvPicPr>
              <p:nvPr/>
            </p:nvPicPr>
            <p:blipFill>
              <a:blip r:embed="rId18"/>
              <a:srcRect r="24596"/>
              <a:stretch>
                <a:fillRect/>
              </a:stretch>
            </p:blipFill>
            <p:spPr bwMode="auto">
              <a:xfrm>
                <a:off x="4177555" y="2773130"/>
                <a:ext cx="767270" cy="1189826"/>
              </a:xfrm>
              <a:prstGeom prst="rect">
                <a:avLst/>
              </a:prstGeom>
              <a:noFill/>
            </p:spPr>
          </p:pic>
          <p:pic>
            <p:nvPicPr>
              <p:cNvPr id="57" name="Picture 14" descr="give4_resize"/>
              <p:cNvPicPr>
                <a:picLocks noChangeAspect="1" noChangeArrowheads="1"/>
              </p:cNvPicPr>
              <p:nvPr/>
            </p:nvPicPr>
            <p:blipFill>
              <a:blip r:embed="rId19"/>
              <a:srcRect/>
              <a:stretch>
                <a:fillRect/>
              </a:stretch>
            </p:blipFill>
            <p:spPr bwMode="auto">
              <a:xfrm>
                <a:off x="5967413" y="1482663"/>
                <a:ext cx="680565" cy="981075"/>
              </a:xfrm>
              <a:prstGeom prst="rect">
                <a:avLst/>
              </a:prstGeom>
              <a:noFill/>
            </p:spPr>
          </p:pic>
          <p:pic>
            <p:nvPicPr>
              <p:cNvPr id="58" name="Picture 21" descr="hug_resize"/>
              <p:cNvPicPr>
                <a:picLocks noChangeAspect="1" noChangeArrowheads="1"/>
              </p:cNvPicPr>
              <p:nvPr/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7840659" y="5524499"/>
                <a:ext cx="533165" cy="1127850"/>
              </a:xfrm>
              <a:prstGeom prst="rect">
                <a:avLst/>
              </a:prstGeom>
              <a:noFill/>
            </p:spPr>
          </p:pic>
          <p:sp>
            <p:nvSpPr>
              <p:cNvPr id="59" name="AutoShape 9"/>
              <p:cNvSpPr>
                <a:spLocks noChangeArrowheads="1"/>
              </p:cNvSpPr>
              <p:nvPr/>
            </p:nvSpPr>
            <p:spPr bwMode="auto">
              <a:xfrm>
                <a:off x="6629400" y="4267200"/>
                <a:ext cx="342900" cy="168275"/>
              </a:xfrm>
              <a:prstGeom prst="rightArrow">
                <a:avLst>
                  <a:gd name="adj1" fmla="val 50000"/>
                  <a:gd name="adj2" fmla="val 50943"/>
                </a:avLst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AutoShape 3"/>
              <p:cNvSpPr>
                <a:spLocks noChangeArrowheads="1"/>
              </p:cNvSpPr>
              <p:nvPr/>
            </p:nvSpPr>
            <p:spPr bwMode="auto">
              <a:xfrm>
                <a:off x="6477000" y="1482663"/>
                <a:ext cx="457200" cy="114300"/>
              </a:xfrm>
              <a:prstGeom prst="leftArrow">
                <a:avLst>
                  <a:gd name="adj1" fmla="val 50000"/>
                  <a:gd name="adj2" fmla="val 100000"/>
                </a:avLst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61" name="Picture 28" descr="tease"/>
              <p:cNvPicPr>
                <a:picLocks noChangeAspect="1" noChangeArrowheads="1"/>
              </p:cNvPicPr>
              <p:nvPr/>
            </p:nvPicPr>
            <p:blipFill>
              <a:blip r:embed="rId21" cstate="print"/>
              <a:srcRect/>
              <a:stretch>
                <a:fillRect/>
              </a:stretch>
            </p:blipFill>
            <p:spPr bwMode="auto">
              <a:xfrm>
                <a:off x="7472363" y="75003"/>
                <a:ext cx="1143000" cy="9911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7" name="Picture 2" descr="eat3_resize"/>
              <p:cNvPicPr>
                <a:picLocks noChangeAspect="1" noChangeArrowheads="1"/>
              </p:cNvPicPr>
              <p:nvPr/>
            </p:nvPicPr>
            <p:blipFill>
              <a:blip r:embed="rId22"/>
              <a:srcRect/>
              <a:stretch>
                <a:fillRect/>
              </a:stretch>
            </p:blipFill>
            <p:spPr bwMode="auto">
              <a:xfrm>
                <a:off x="2333800" y="4088694"/>
                <a:ext cx="1010826" cy="1197608"/>
              </a:xfrm>
              <a:prstGeom prst="rect">
                <a:avLst/>
              </a:prstGeom>
              <a:noFill/>
            </p:spPr>
          </p:pic>
          <p:pic>
            <p:nvPicPr>
              <p:cNvPr id="38" name="Picture 25" descr="wear2_resize"/>
              <p:cNvPicPr>
                <a:picLocks noChangeAspect="1" noChangeArrowheads="1"/>
              </p:cNvPicPr>
              <p:nvPr/>
            </p:nvPicPr>
            <p:blipFill>
              <a:blip r:embed="rId23"/>
              <a:srcRect/>
              <a:stretch>
                <a:fillRect/>
              </a:stretch>
            </p:blipFill>
            <p:spPr bwMode="auto">
              <a:xfrm>
                <a:off x="3978819" y="5451017"/>
                <a:ext cx="1194608" cy="1194605"/>
              </a:xfrm>
              <a:prstGeom prst="rect">
                <a:avLst/>
              </a:prstGeom>
              <a:noFill/>
            </p:spPr>
          </p:pic>
          <p:pic>
            <p:nvPicPr>
              <p:cNvPr id="41" name="Picture 20" descr="buy_resize"/>
              <p:cNvPicPr>
                <a:picLocks noChangeAspect="1" noChangeArrowheads="1"/>
              </p:cNvPicPr>
              <p:nvPr/>
            </p:nvPicPr>
            <p:blipFill>
              <a:blip r:embed="rId24"/>
              <a:srcRect/>
              <a:stretch>
                <a:fillRect/>
              </a:stretch>
            </p:blipFill>
            <p:spPr bwMode="auto">
              <a:xfrm>
                <a:off x="3922948" y="4065609"/>
                <a:ext cx="1250478" cy="1238680"/>
              </a:xfrm>
              <a:prstGeom prst="rect">
                <a:avLst/>
              </a:prstGeom>
              <a:noFill/>
            </p:spPr>
          </p:pic>
          <p:pic>
            <p:nvPicPr>
              <p:cNvPr id="39" name="Picture 157" descr="ROCKC016_resize"/>
              <p:cNvPicPr>
                <a:picLocks noChangeAspect="1" noChangeArrowheads="1"/>
              </p:cNvPicPr>
              <p:nvPr/>
            </p:nvPicPr>
            <p:blipFill>
              <a:blip r:embed="rId25"/>
              <a:srcRect/>
              <a:stretch>
                <a:fillRect/>
              </a:stretch>
            </p:blipFill>
            <p:spPr bwMode="auto">
              <a:xfrm>
                <a:off x="5756611" y="2766954"/>
                <a:ext cx="1049402" cy="1039311"/>
              </a:xfrm>
              <a:prstGeom prst="rect">
                <a:avLst/>
              </a:prstGeom>
              <a:noFill/>
            </p:spPr>
          </p:pic>
          <p:pic>
            <p:nvPicPr>
              <p:cNvPr id="43" name="Picture 6" descr="cut3_resize"/>
              <p:cNvPicPr>
                <a:picLocks noChangeAspect="1" noChangeArrowheads="1"/>
              </p:cNvPicPr>
              <p:nvPr/>
            </p:nvPicPr>
            <p:blipFill>
              <a:blip r:embed="rId26"/>
              <a:srcRect/>
              <a:stretch>
                <a:fillRect/>
              </a:stretch>
            </p:blipFill>
            <p:spPr bwMode="auto">
              <a:xfrm>
                <a:off x="7559157" y="2735762"/>
                <a:ext cx="1112288" cy="1101695"/>
              </a:xfrm>
              <a:prstGeom prst="rect">
                <a:avLst/>
              </a:prstGeom>
              <a:noFill/>
            </p:spPr>
          </p:pic>
        </p:grpSp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173" y="1873760"/>
              <a:ext cx="927656" cy="974788"/>
            </a:xfrm>
            <a:prstGeom prst="rect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268" y="4311079"/>
              <a:ext cx="1152932" cy="988226"/>
            </a:xfrm>
            <a:prstGeom prst="rect">
              <a:avLst/>
            </a:prstGeom>
          </p:spPr>
        </p:pic>
      </p:grpSp>
      <p:pic>
        <p:nvPicPr>
          <p:cNvPr id="63" name="QR01(Unit9A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9"/>
          <a:stretch>
            <a:fillRect/>
          </a:stretch>
        </p:blipFill>
        <p:spPr>
          <a:xfrm>
            <a:off x="5180250" y="-17646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29153" fill="hold"/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3"/>
                </p:tgtEl>
              </p:cMediaNode>
            </p:audio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200" y="9906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3600" b="1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QUESTION MODEL 1.4</a:t>
            </a:r>
            <a:endParaRPr lang="en-US" sz="3600" b="1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743199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WHAT DO YOU</a:t>
            </a:r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WANT </a:t>
            </a:r>
            <a:r>
              <a:rPr lang="en-US" sz="3200" b="1" dirty="0" smtClean="0">
                <a:ln/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TO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BUY?</a:t>
            </a:r>
          </a:p>
          <a:p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	I 	WANT </a:t>
            </a:r>
            <a:r>
              <a:rPr lang="en-US" sz="3200" b="1" dirty="0">
                <a:ln/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TO</a:t>
            </a:r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BUY A DRESS.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MODEL FORMING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335568"/>
            <a:ext cx="914400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NOTE:	We can replace “want” with “like”, “need”, “have”.</a:t>
            </a:r>
            <a:endParaRPr lang="vi-VN" sz="1600" b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75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QUICK REACTION PRACTICE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262541"/>
              </p:ext>
            </p:extLst>
          </p:nvPr>
        </p:nvGraphicFramePr>
        <p:xfrm>
          <a:off x="76200" y="685800"/>
          <a:ext cx="4038601" cy="5616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43000"/>
                <a:gridCol w="2895601"/>
              </a:tblGrid>
              <a:tr h="432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Want to …/ Like to …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buy</a:t>
                      </a:r>
                      <a:endParaRPr lang="vi-VN" sz="1800" kern="1200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tie, a coat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eat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beef, pork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drink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soda, milk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wear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necklace, a bracelet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play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vi-VN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piano, the guitar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teach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English, Vietnamese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drive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Honda, a Toyota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study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math, computer science 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use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pencil, a marker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ride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motorcycle, a horse</a:t>
                      </a: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learn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grammar, pronunciation</a:t>
                      </a: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borrow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books, money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886923"/>
              </p:ext>
            </p:extLst>
          </p:nvPr>
        </p:nvGraphicFramePr>
        <p:xfrm>
          <a:off x="4343400" y="685800"/>
          <a:ext cx="4724400" cy="5616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41342"/>
                <a:gridCol w="3283058"/>
              </a:tblGrid>
              <a:tr h="432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 to … / Need to …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write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report, a letter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read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textbook, the news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count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chairs, the people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save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money, time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cut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oranges, potatoes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paint 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door, the wall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sell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</a:t>
                      </a:r>
                      <a:r>
                        <a:rPr lang="en-US" sz="18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car</a:t>
                      </a:r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, the</a:t>
                      </a:r>
                      <a:r>
                        <a:rPr lang="en-US" sz="18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house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lend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cat, the dog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look at</a:t>
                      </a:r>
                      <a:endParaRPr lang="vi-VN" sz="1800" kern="1200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</a:t>
                      </a:r>
                      <a:r>
                        <a:rPr lang="vi-VN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map</a:t>
                      </a:r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, the clock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record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lesson, a song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dog, the cat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iron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pants, the jeans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99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Write 20 questions and answers using Question Model 1.4</a:t>
            </a:r>
            <a:endParaRPr lang="vi-V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8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241</Words>
  <Application>Microsoft Office PowerPoint</Application>
  <PresentationFormat>On-screen Show (4:3)</PresentationFormat>
  <Paragraphs>114</Paragraphs>
  <Slides>7</Slides>
  <Notes>0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HH Tran</dc:creator>
  <cp:lastModifiedBy>TuanTran-PC</cp:lastModifiedBy>
  <cp:revision>65</cp:revision>
  <dcterms:created xsi:type="dcterms:W3CDTF">2008-12-29T12:54:08Z</dcterms:created>
  <dcterms:modified xsi:type="dcterms:W3CDTF">2017-07-08T10:17:50Z</dcterms:modified>
</cp:coreProperties>
</file>