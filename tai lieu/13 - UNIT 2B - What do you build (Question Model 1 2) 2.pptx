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75" r:id="rId5"/>
    <p:sldId id="271" r:id="rId6"/>
    <p:sldId id="272" r:id="rId7"/>
    <p:sldId id="27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0.jpeg"/><Relationship Id="rId18" Type="http://schemas.openxmlformats.org/officeDocument/2006/relationships/image" Target="../media/image15.jpeg"/><Relationship Id="rId26" Type="http://schemas.openxmlformats.org/officeDocument/2006/relationships/image" Target="../media/image23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18.jpeg"/><Relationship Id="rId7" Type="http://schemas.openxmlformats.org/officeDocument/2006/relationships/image" Target="../media/image5.jpeg"/><Relationship Id="rId12" Type="http://schemas.openxmlformats.org/officeDocument/2006/relationships/image" Target="../media/image9.jpeg"/><Relationship Id="rId17" Type="http://schemas.openxmlformats.org/officeDocument/2006/relationships/image" Target="../media/image14.jpeg"/><Relationship Id="rId25" Type="http://schemas.openxmlformats.org/officeDocument/2006/relationships/image" Target="../media/image22.jpeg"/><Relationship Id="rId2" Type="http://schemas.openxmlformats.org/officeDocument/2006/relationships/audio" Target="../media/media1.mp3"/><Relationship Id="rId16" Type="http://schemas.openxmlformats.org/officeDocument/2006/relationships/image" Target="../media/image13.jpeg"/><Relationship Id="rId20" Type="http://schemas.openxmlformats.org/officeDocument/2006/relationships/image" Target="../media/image17.jpeg"/><Relationship Id="rId29" Type="http://schemas.openxmlformats.org/officeDocument/2006/relationships/image" Target="../media/image26.jpeg"/><Relationship Id="rId1" Type="http://schemas.microsoft.com/office/2007/relationships/media" Target="../media/media1.mp3"/><Relationship Id="rId6" Type="http://schemas.openxmlformats.org/officeDocument/2006/relationships/image" Target="../media/image4.jpeg"/><Relationship Id="rId11" Type="http://schemas.openxmlformats.org/officeDocument/2006/relationships/image" Target="../media/image8.jpeg"/><Relationship Id="rId24" Type="http://schemas.openxmlformats.org/officeDocument/2006/relationships/image" Target="../media/image21.jpeg"/><Relationship Id="rId5" Type="http://schemas.openxmlformats.org/officeDocument/2006/relationships/image" Target="../media/image3.jpeg"/><Relationship Id="rId15" Type="http://schemas.openxmlformats.org/officeDocument/2006/relationships/image" Target="../media/image12.jpeg"/><Relationship Id="rId23" Type="http://schemas.openxmlformats.org/officeDocument/2006/relationships/image" Target="../media/image20.jpeg"/><Relationship Id="rId28" Type="http://schemas.openxmlformats.org/officeDocument/2006/relationships/image" Target="../media/image25.jpeg"/><Relationship Id="rId10" Type="http://schemas.openxmlformats.org/officeDocument/2006/relationships/image" Target="../media/image7.jpeg"/><Relationship Id="rId19" Type="http://schemas.openxmlformats.org/officeDocument/2006/relationships/image" Target="../media/image16.jpeg"/><Relationship Id="rId4" Type="http://schemas.openxmlformats.org/officeDocument/2006/relationships/image" Target="../media/image2.jpeg"/><Relationship Id="rId9" Type="http://schemas.openxmlformats.org/officeDocument/2006/relationships/image" Target="http://tbn1.google.com/images?q=tbn:-kWtuUM6oKW1YM:http://i.ehow.com/images/GlobalPhoto/Articles/2263860/IMG1761Knot-main_Full.jpg" TargetMode="External"/><Relationship Id="rId14" Type="http://schemas.openxmlformats.org/officeDocument/2006/relationships/image" Target="../media/image11.jpeg"/><Relationship Id="rId22" Type="http://schemas.openxmlformats.org/officeDocument/2006/relationships/image" Target="../media/image19.jpeg"/><Relationship Id="rId27" Type="http://schemas.openxmlformats.org/officeDocument/2006/relationships/image" Target="../media/image24.jpeg"/><Relationship Id="rId30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26" Type="http://schemas.openxmlformats.org/officeDocument/2006/relationships/image" Target="../media/image25.jpeg"/><Relationship Id="rId3" Type="http://schemas.openxmlformats.org/officeDocument/2006/relationships/image" Target="../media/image3.jpeg"/><Relationship Id="rId21" Type="http://schemas.openxmlformats.org/officeDocument/2006/relationships/image" Target="../media/image20.jpeg"/><Relationship Id="rId7" Type="http://schemas.openxmlformats.org/officeDocument/2006/relationships/image" Target="http://tbn1.google.com/images?q=tbn:-kWtuUM6oKW1YM:http://i.ehow.com/images/GlobalPhoto/Articles/2263860/IMG1761Knot-main_Full.jpg" TargetMode="External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5" Type="http://schemas.openxmlformats.org/officeDocument/2006/relationships/image" Target="../media/image24.jpeg"/><Relationship Id="rId2" Type="http://schemas.openxmlformats.org/officeDocument/2006/relationships/image" Target="../media/image2.jpe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0.jpeg"/><Relationship Id="rId24" Type="http://schemas.openxmlformats.org/officeDocument/2006/relationships/image" Target="../media/image23.jpeg"/><Relationship Id="rId5" Type="http://schemas.openxmlformats.org/officeDocument/2006/relationships/image" Target="../media/image5.jpeg"/><Relationship Id="rId15" Type="http://schemas.openxmlformats.org/officeDocument/2006/relationships/image" Target="../media/image14.jpeg"/><Relationship Id="rId23" Type="http://schemas.openxmlformats.org/officeDocument/2006/relationships/image" Target="../media/image22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4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jpeg"/><Relationship Id="rId27" Type="http://schemas.openxmlformats.org/officeDocument/2006/relationships/image" Target="../media/image2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jpeg"/><Relationship Id="rId18" Type="http://schemas.openxmlformats.org/officeDocument/2006/relationships/image" Target="../media/image23.jpeg"/><Relationship Id="rId26" Type="http://schemas.openxmlformats.org/officeDocument/2006/relationships/image" Target="../media/image5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6.jpeg"/><Relationship Id="rId7" Type="http://schemas.openxmlformats.org/officeDocument/2006/relationships/image" Target="../media/image12.jpeg"/><Relationship Id="rId12" Type="http://schemas.openxmlformats.org/officeDocument/2006/relationships/image" Target="../media/image17.jpeg"/><Relationship Id="rId17" Type="http://schemas.openxmlformats.org/officeDocument/2006/relationships/image" Target="../media/image22.jpeg"/><Relationship Id="rId25" Type="http://schemas.openxmlformats.org/officeDocument/2006/relationships/image" Target="../media/image9.jpeg"/><Relationship Id="rId2" Type="http://schemas.openxmlformats.org/officeDocument/2006/relationships/audio" Target="../media/media1.mp3"/><Relationship Id="rId16" Type="http://schemas.openxmlformats.org/officeDocument/2006/relationships/image" Target="../media/image21.jpeg"/><Relationship Id="rId20" Type="http://schemas.openxmlformats.org/officeDocument/2006/relationships/image" Target="../media/image25.jpeg"/><Relationship Id="rId29" Type="http://schemas.openxmlformats.org/officeDocument/2006/relationships/image" Target="http://tbn1.google.com/images?q=tbn:-kWtuUM6oKW1YM:http://i.ehow.com/images/GlobalPhoto/Articles/2263860/IMG1761Knot-main_Full.jpg" TargetMode="External"/><Relationship Id="rId1" Type="http://schemas.microsoft.com/office/2007/relationships/media" Target="../media/media1.mp3"/><Relationship Id="rId6" Type="http://schemas.openxmlformats.org/officeDocument/2006/relationships/image" Target="../media/image11.jpeg"/><Relationship Id="rId11" Type="http://schemas.openxmlformats.org/officeDocument/2006/relationships/image" Target="../media/image16.jpeg"/><Relationship Id="rId24" Type="http://schemas.openxmlformats.org/officeDocument/2006/relationships/image" Target="../media/image8.jpeg"/><Relationship Id="rId5" Type="http://schemas.openxmlformats.org/officeDocument/2006/relationships/image" Target="../media/image4.jpeg"/><Relationship Id="rId15" Type="http://schemas.openxmlformats.org/officeDocument/2006/relationships/image" Target="../media/image20.jpeg"/><Relationship Id="rId23" Type="http://schemas.openxmlformats.org/officeDocument/2006/relationships/image" Target="../media/image7.jpeg"/><Relationship Id="rId28" Type="http://schemas.openxmlformats.org/officeDocument/2006/relationships/image" Target="../media/image6.jpeg"/><Relationship Id="rId10" Type="http://schemas.openxmlformats.org/officeDocument/2006/relationships/image" Target="../media/image15.jpeg"/><Relationship Id="rId19" Type="http://schemas.openxmlformats.org/officeDocument/2006/relationships/image" Target="../media/image24.jpeg"/><Relationship Id="rId4" Type="http://schemas.openxmlformats.org/officeDocument/2006/relationships/image" Target="../media/image3.jpeg"/><Relationship Id="rId9" Type="http://schemas.openxmlformats.org/officeDocument/2006/relationships/image" Target="../media/image14.jpeg"/><Relationship Id="rId14" Type="http://schemas.openxmlformats.org/officeDocument/2006/relationships/image" Target="../media/image19.jpeg"/><Relationship Id="rId22" Type="http://schemas.openxmlformats.org/officeDocument/2006/relationships/image" Target="../media/image2.jpeg"/><Relationship Id="rId27" Type="http://schemas.openxmlformats.org/officeDocument/2006/relationships/image" Target="../media/image10.jpeg"/><Relationship Id="rId30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657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4800" b="1" dirty="0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WHAT DO YOU BUILD?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4724400"/>
            <a:ext cx="548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(QUESTION MODEL 1.2)</a:t>
            </a:r>
            <a:endParaRPr lang="en-US" sz="3200" b="1" dirty="0">
              <a:ln>
                <a:prstDash val="solid"/>
              </a:ln>
              <a:solidFill>
                <a:srgbClr val="00B0F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438400" y="2362200"/>
            <a:ext cx="4267200" cy="1139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2B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7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750"/>
                            </p:stCondLst>
                            <p:childTnLst>
                              <p:par>
                                <p:cTn id="2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489885"/>
              </p:ext>
            </p:extLst>
          </p:nvPr>
        </p:nvGraphicFramePr>
        <p:xfrm>
          <a:off x="152400" y="609599"/>
          <a:ext cx="8839200" cy="6019800"/>
        </p:xfrm>
        <a:graphic>
          <a:graphicData uri="http://schemas.openxmlformats.org/drawingml/2006/table">
            <a:tbl>
              <a:tblPr/>
              <a:tblGrid>
                <a:gridCol w="1778544"/>
                <a:gridCol w="1720083"/>
                <a:gridCol w="2001686"/>
                <a:gridCol w="1526583"/>
                <a:gridCol w="1812304"/>
              </a:tblGrid>
              <a:tr h="1203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ahoma"/>
                          <a:ea typeface="Times New Roman"/>
                          <a:cs typeface="Times New Roman"/>
                        </a:rPr>
                        <a:t>TO BUILD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LOCK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TURN ON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>
                          <a:latin typeface="Tahoma"/>
                          <a:ea typeface="Times New Roman"/>
                          <a:cs typeface="Times New Roman"/>
                        </a:rPr>
                        <a:t>TO SMOKE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Tahoma"/>
                          <a:ea typeface="Times New Roman"/>
                          <a:cs typeface="Times New Roman"/>
                        </a:rPr>
                        <a:t>TO TIE</a:t>
                      </a:r>
                      <a:endParaRPr lang="en-US" sz="9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BURN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>
                          <a:latin typeface="Tahoma"/>
                          <a:ea typeface="Times New Roman"/>
                          <a:cs typeface="Times New Roman"/>
                        </a:rPr>
                        <a:t>TO UNLOCK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TURN OFF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BREAK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>
                          <a:latin typeface="Tahoma"/>
                          <a:ea typeface="Times New Roman"/>
                          <a:cs typeface="Times New Roman"/>
                        </a:rPr>
                        <a:t>TO TAKE OFF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CHASE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PULL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SERVE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HIT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PUT ON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CATCH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PUSH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REVIEW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BEAT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BITE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SHOOT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SIGN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STOP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Tahoma"/>
                          <a:ea typeface="Times New Roman"/>
                          <a:cs typeface="Times New Roman"/>
                        </a:rPr>
                        <a:t>TO KICK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Tahoma"/>
                          <a:ea typeface="Times New Roman"/>
                          <a:cs typeface="Times New Roman"/>
                        </a:rPr>
                        <a:t>TO CLAP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55" name="Group 54"/>
          <p:cNvGrpSpPr/>
          <p:nvPr/>
        </p:nvGrpSpPr>
        <p:grpSpPr>
          <a:xfrm>
            <a:off x="381000" y="658634"/>
            <a:ext cx="8334375" cy="5770741"/>
            <a:chOff x="381000" y="299734"/>
            <a:chExt cx="8334375" cy="6129641"/>
          </a:xfrm>
        </p:grpSpPr>
        <p:pic>
          <p:nvPicPr>
            <p:cNvPr id="4121" name="Picture 81" descr="mason_resize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81013" y="495300"/>
              <a:ext cx="1076325" cy="752475"/>
            </a:xfrm>
            <a:prstGeom prst="rect">
              <a:avLst/>
            </a:prstGeom>
            <a:noFill/>
          </p:spPr>
        </p:pic>
        <p:pic>
          <p:nvPicPr>
            <p:cNvPr id="4120" name="Picture 158" descr="lock4_resize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519362" y="457200"/>
              <a:ext cx="647700" cy="790575"/>
            </a:xfrm>
            <a:prstGeom prst="rect">
              <a:avLst/>
            </a:prstGeom>
            <a:noFill/>
          </p:spPr>
        </p:pic>
        <p:pic>
          <p:nvPicPr>
            <p:cNvPr id="4119" name="Picture 163" descr="light-house_resize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295775" y="381000"/>
              <a:ext cx="762000" cy="866775"/>
            </a:xfrm>
            <a:prstGeom prst="rect">
              <a:avLst/>
            </a:prstGeom>
            <a:noFill/>
          </p:spPr>
        </p:pic>
        <p:pic>
          <p:nvPicPr>
            <p:cNvPr id="4118" name="Picture 29" descr="smoke_resize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6148388" y="299734"/>
              <a:ext cx="561975" cy="1000125"/>
            </a:xfrm>
            <a:prstGeom prst="rect">
              <a:avLst/>
            </a:prstGeom>
            <a:noFill/>
          </p:spPr>
        </p:pic>
        <p:pic>
          <p:nvPicPr>
            <p:cNvPr id="4117" name="Picture 21" descr="http://tbn1.google.com/images?q=tbn:-kWtuUM6oKW1YM:http://i.ehow.com/images/GlobalPhoto/Articles/2263860/IMG1761Knot-main_Full.jpg"/>
            <p:cNvPicPr>
              <a:picLocks noChangeAspect="1" noChangeArrowheads="1"/>
            </p:cNvPicPr>
            <p:nvPr/>
          </p:nvPicPr>
          <p:blipFill>
            <a:blip r:embed="rId8" r:link="rId9"/>
            <a:srcRect/>
            <a:stretch>
              <a:fillRect/>
            </a:stretch>
          </p:blipFill>
          <p:spPr bwMode="auto">
            <a:xfrm>
              <a:off x="7543800" y="457200"/>
              <a:ext cx="1171575" cy="790575"/>
            </a:xfrm>
            <a:prstGeom prst="rect">
              <a:avLst/>
            </a:prstGeom>
            <a:noFill/>
          </p:spPr>
        </p:pic>
        <p:pic>
          <p:nvPicPr>
            <p:cNvPr id="4116" name="Picture 80" descr="burn2_resize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52450" y="1733550"/>
              <a:ext cx="933450" cy="838200"/>
            </a:xfrm>
            <a:prstGeom prst="rect">
              <a:avLst/>
            </a:prstGeom>
            <a:noFill/>
          </p:spPr>
        </p:pic>
        <p:pic>
          <p:nvPicPr>
            <p:cNvPr id="4115" name="Picture 162" descr="unlock_resize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471737" y="1752600"/>
              <a:ext cx="742950" cy="819150"/>
            </a:xfrm>
            <a:prstGeom prst="rect">
              <a:avLst/>
            </a:prstGeom>
            <a:noFill/>
          </p:spPr>
        </p:pic>
        <p:pic>
          <p:nvPicPr>
            <p:cNvPr id="4114" name="Picture 167" descr="light-house2_resize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4171950" y="1657350"/>
              <a:ext cx="1009650" cy="914400"/>
            </a:xfrm>
            <a:prstGeom prst="rect">
              <a:avLst/>
            </a:prstGeom>
            <a:noFill/>
          </p:spPr>
        </p:pic>
        <p:pic>
          <p:nvPicPr>
            <p:cNvPr id="4113" name="Picture 4" descr="break_resize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5943600" y="1524000"/>
              <a:ext cx="971550" cy="1047750"/>
            </a:xfrm>
            <a:prstGeom prst="rect">
              <a:avLst/>
            </a:prstGeom>
            <a:noFill/>
          </p:spPr>
        </p:pic>
        <p:pic>
          <p:nvPicPr>
            <p:cNvPr id="4112" name="Picture 7" descr="take off_resize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7705725" y="1676400"/>
              <a:ext cx="847725" cy="895350"/>
            </a:xfrm>
            <a:prstGeom prst="rect">
              <a:avLst/>
            </a:prstGeom>
            <a:noFill/>
          </p:spPr>
        </p:pic>
        <p:pic>
          <p:nvPicPr>
            <p:cNvPr id="4111" name="Picture 161" descr="chase2_resize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381000" y="3076575"/>
              <a:ext cx="1276350" cy="771525"/>
            </a:xfrm>
            <a:prstGeom prst="rect">
              <a:avLst/>
            </a:prstGeom>
            <a:noFill/>
          </p:spPr>
        </p:pic>
        <p:pic>
          <p:nvPicPr>
            <p:cNvPr id="4110" name="Picture 166" descr="pull 6_resize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2362200" y="2981325"/>
              <a:ext cx="962025" cy="866775"/>
            </a:xfrm>
            <a:prstGeom prst="rect">
              <a:avLst/>
            </a:prstGeom>
            <a:noFill/>
          </p:spPr>
        </p:pic>
        <p:pic>
          <p:nvPicPr>
            <p:cNvPr id="4109" name="Picture 160" descr="serve_resize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4281488" y="2981325"/>
              <a:ext cx="790575" cy="866775"/>
            </a:xfrm>
            <a:prstGeom prst="rect">
              <a:avLst/>
            </a:prstGeom>
            <a:noFill/>
          </p:spPr>
        </p:pic>
        <p:pic>
          <p:nvPicPr>
            <p:cNvPr id="4108" name="Picture 13" descr="hit6_resize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6057900" y="2828925"/>
              <a:ext cx="742950" cy="1057275"/>
            </a:xfrm>
            <a:prstGeom prst="rect">
              <a:avLst/>
            </a:prstGeom>
            <a:noFill/>
          </p:spPr>
        </p:pic>
        <p:pic>
          <p:nvPicPr>
            <p:cNvPr id="4107" name="Picture 12" descr="try_resize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7672387" y="2819400"/>
              <a:ext cx="914400" cy="1028700"/>
            </a:xfrm>
            <a:prstGeom prst="rect">
              <a:avLst/>
            </a:prstGeom>
            <a:noFill/>
          </p:spPr>
        </p:pic>
        <p:pic>
          <p:nvPicPr>
            <p:cNvPr id="4106" name="Picture 10" descr="catch_resize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623888" y="4391025"/>
              <a:ext cx="790575" cy="771525"/>
            </a:xfrm>
            <a:prstGeom prst="rect">
              <a:avLst/>
            </a:prstGeom>
            <a:noFill/>
          </p:spPr>
        </p:pic>
        <p:pic>
          <p:nvPicPr>
            <p:cNvPr id="4105" name="Picture 170" descr="push_resize"/>
            <p:cNvPicPr>
              <a:picLocks noChangeAspect="1" noChangeArrowheads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2471737" y="4286250"/>
              <a:ext cx="742950" cy="876300"/>
            </a:xfrm>
            <a:prstGeom prst="rect">
              <a:avLst/>
            </a:prstGeom>
            <a:noFill/>
          </p:spPr>
        </p:pic>
        <p:pic>
          <p:nvPicPr>
            <p:cNvPr id="4104" name="Picture 172" descr="parttime job_resize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4386263" y="4371975"/>
              <a:ext cx="581025" cy="790575"/>
            </a:xfrm>
            <a:prstGeom prst="rect">
              <a:avLst/>
            </a:prstGeom>
            <a:noFill/>
          </p:spPr>
        </p:pic>
        <p:pic>
          <p:nvPicPr>
            <p:cNvPr id="4103" name="Picture 23" descr="beat_resize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6100763" y="4114800"/>
              <a:ext cx="657225" cy="1047750"/>
            </a:xfrm>
            <a:prstGeom prst="rect">
              <a:avLst/>
            </a:prstGeom>
            <a:noFill/>
          </p:spPr>
        </p:pic>
        <p:pic>
          <p:nvPicPr>
            <p:cNvPr id="4102" name="Picture 27" descr="bite_resize"/>
            <p:cNvPicPr>
              <a:picLocks noChangeAspect="1" noChangeArrowheads="1"/>
            </p:cNvPicPr>
            <p:nvPr/>
          </p:nvPicPr>
          <p:blipFill>
            <a:blip r:embed="rId24" cstate="print"/>
            <a:srcRect l="44652" t="42857"/>
            <a:stretch>
              <a:fillRect/>
            </a:stretch>
          </p:blipFill>
          <p:spPr bwMode="auto">
            <a:xfrm>
              <a:off x="7781925" y="4314825"/>
              <a:ext cx="695325" cy="847725"/>
            </a:xfrm>
            <a:prstGeom prst="rect">
              <a:avLst/>
            </a:prstGeom>
            <a:noFill/>
          </p:spPr>
        </p:pic>
        <p:pic>
          <p:nvPicPr>
            <p:cNvPr id="4101" name="Picture 5" descr="shoot_resize"/>
            <p:cNvPicPr>
              <a:picLocks noChangeAspect="1" noChangeArrowheads="1"/>
            </p:cNvPicPr>
            <p:nvPr/>
          </p:nvPicPr>
          <p:blipFill>
            <a:blip r:embed="rId25"/>
            <a:srcRect/>
            <a:stretch>
              <a:fillRect/>
            </a:stretch>
          </p:blipFill>
          <p:spPr bwMode="auto">
            <a:xfrm>
              <a:off x="509588" y="5619750"/>
              <a:ext cx="1019175" cy="809625"/>
            </a:xfrm>
            <a:prstGeom prst="rect">
              <a:avLst/>
            </a:prstGeom>
            <a:noFill/>
          </p:spPr>
        </p:pic>
        <p:pic>
          <p:nvPicPr>
            <p:cNvPr id="4100" name="Picture 176" descr="sign_resize"/>
            <p:cNvPicPr>
              <a:picLocks noChangeAspect="1" noChangeArrowheads="1"/>
            </p:cNvPicPr>
            <p:nvPr/>
          </p:nvPicPr>
          <p:blipFill>
            <a:blip r:embed="rId26"/>
            <a:srcRect/>
            <a:stretch>
              <a:fillRect/>
            </a:stretch>
          </p:blipFill>
          <p:spPr bwMode="auto">
            <a:xfrm>
              <a:off x="2409825" y="5638800"/>
              <a:ext cx="866775" cy="790575"/>
            </a:xfrm>
            <a:prstGeom prst="rect">
              <a:avLst/>
            </a:prstGeom>
            <a:noFill/>
          </p:spPr>
        </p:pic>
        <p:pic>
          <p:nvPicPr>
            <p:cNvPr id="4099" name="Picture 179" descr="stop_resize"/>
            <p:cNvPicPr>
              <a:picLocks noChangeAspect="1" noChangeArrowheads="1"/>
            </p:cNvPicPr>
            <p:nvPr/>
          </p:nvPicPr>
          <p:blipFill>
            <a:blip r:embed="rId27"/>
            <a:srcRect/>
            <a:stretch>
              <a:fillRect/>
            </a:stretch>
          </p:blipFill>
          <p:spPr bwMode="auto">
            <a:xfrm>
              <a:off x="4114800" y="5581650"/>
              <a:ext cx="1123950" cy="847725"/>
            </a:xfrm>
            <a:prstGeom prst="rect">
              <a:avLst/>
            </a:prstGeom>
            <a:noFill/>
          </p:spPr>
        </p:pic>
        <p:pic>
          <p:nvPicPr>
            <p:cNvPr id="4098" name="Picture 18" descr="kick_resize"/>
            <p:cNvPicPr>
              <a:picLocks noChangeAspect="1" noChangeArrowheads="1"/>
            </p:cNvPicPr>
            <p:nvPr/>
          </p:nvPicPr>
          <p:blipFill>
            <a:blip r:embed="rId28"/>
            <a:srcRect/>
            <a:stretch>
              <a:fillRect/>
            </a:stretch>
          </p:blipFill>
          <p:spPr bwMode="auto">
            <a:xfrm>
              <a:off x="6053138" y="5410200"/>
              <a:ext cx="752475" cy="1019175"/>
            </a:xfrm>
            <a:prstGeom prst="rect">
              <a:avLst/>
            </a:prstGeom>
            <a:noFill/>
          </p:spPr>
        </p:pic>
        <p:pic>
          <p:nvPicPr>
            <p:cNvPr id="4097" name="Picture 25" descr="clap_resize"/>
            <p:cNvPicPr>
              <a:picLocks noChangeAspect="1" noChangeArrowheads="1"/>
            </p:cNvPicPr>
            <p:nvPr/>
          </p:nvPicPr>
          <p:blipFill>
            <a:blip r:embed="rId29"/>
            <a:srcRect/>
            <a:stretch>
              <a:fillRect/>
            </a:stretch>
          </p:blipFill>
          <p:spPr bwMode="auto">
            <a:xfrm>
              <a:off x="7758112" y="5410200"/>
              <a:ext cx="742950" cy="1019175"/>
            </a:xfrm>
            <a:prstGeom prst="rect">
              <a:avLst/>
            </a:prstGeom>
            <a:noFill/>
          </p:spPr>
        </p:pic>
      </p:grpSp>
      <p:sp>
        <p:nvSpPr>
          <p:cNvPr id="31" name="TextBox 30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– TRANSITIVE VERBS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" name="QR01(Unit7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0"/>
          <a:stretch>
            <a:fillRect/>
          </a:stretch>
        </p:blipFill>
        <p:spPr>
          <a:xfrm>
            <a:off x="533400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072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429600"/>
              </p:ext>
            </p:extLst>
          </p:nvPr>
        </p:nvGraphicFramePr>
        <p:xfrm>
          <a:off x="152400" y="495299"/>
          <a:ext cx="8839200" cy="6134100"/>
        </p:xfrm>
        <a:graphic>
          <a:graphicData uri="http://schemas.openxmlformats.org/drawingml/2006/table">
            <a:tbl>
              <a:tblPr/>
              <a:tblGrid>
                <a:gridCol w="1778544"/>
                <a:gridCol w="1720083"/>
                <a:gridCol w="2001686"/>
                <a:gridCol w="1526583"/>
                <a:gridCol w="1812304"/>
              </a:tblGrid>
              <a:tr h="12268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68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68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68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68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381000" y="623308"/>
            <a:ext cx="8334375" cy="5806067"/>
            <a:chOff x="381000" y="247650"/>
            <a:chExt cx="8334375" cy="6181725"/>
          </a:xfrm>
        </p:grpSpPr>
        <p:pic>
          <p:nvPicPr>
            <p:cNvPr id="33" name="Picture 81" descr="mason_resize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1013" y="495300"/>
              <a:ext cx="1076325" cy="752475"/>
            </a:xfrm>
            <a:prstGeom prst="rect">
              <a:avLst/>
            </a:prstGeom>
            <a:noFill/>
          </p:spPr>
        </p:pic>
        <p:pic>
          <p:nvPicPr>
            <p:cNvPr id="34" name="Picture 158" descr="lock4_resiz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519362" y="457200"/>
              <a:ext cx="647700" cy="790575"/>
            </a:xfrm>
            <a:prstGeom prst="rect">
              <a:avLst/>
            </a:prstGeom>
            <a:noFill/>
          </p:spPr>
        </p:pic>
        <p:pic>
          <p:nvPicPr>
            <p:cNvPr id="35" name="Picture 163" descr="light-house_resize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295775" y="381000"/>
              <a:ext cx="762000" cy="866775"/>
            </a:xfrm>
            <a:prstGeom prst="rect">
              <a:avLst/>
            </a:prstGeom>
            <a:noFill/>
          </p:spPr>
        </p:pic>
        <p:pic>
          <p:nvPicPr>
            <p:cNvPr id="36" name="Picture 29" descr="smoke_resize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148388" y="247650"/>
              <a:ext cx="561975" cy="1000125"/>
            </a:xfrm>
            <a:prstGeom prst="rect">
              <a:avLst/>
            </a:prstGeom>
            <a:noFill/>
          </p:spPr>
        </p:pic>
        <p:pic>
          <p:nvPicPr>
            <p:cNvPr id="37" name="Picture 21" descr="http://tbn1.google.com/images?q=tbn:-kWtuUM6oKW1YM:http://i.ehow.com/images/GlobalPhoto/Articles/2263860/IMG1761Knot-main_Full.jpg"/>
            <p:cNvPicPr>
              <a:picLocks noChangeAspect="1" noChangeArrowheads="1"/>
            </p:cNvPicPr>
            <p:nvPr/>
          </p:nvPicPr>
          <p:blipFill>
            <a:blip r:embed="rId6" r:link="rId7"/>
            <a:srcRect/>
            <a:stretch>
              <a:fillRect/>
            </a:stretch>
          </p:blipFill>
          <p:spPr bwMode="auto">
            <a:xfrm>
              <a:off x="7543800" y="457200"/>
              <a:ext cx="1171575" cy="790575"/>
            </a:xfrm>
            <a:prstGeom prst="rect">
              <a:avLst/>
            </a:prstGeom>
            <a:noFill/>
          </p:spPr>
        </p:pic>
        <p:pic>
          <p:nvPicPr>
            <p:cNvPr id="38" name="Picture 80" descr="burn2_resize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52450" y="1733550"/>
              <a:ext cx="933450" cy="838200"/>
            </a:xfrm>
            <a:prstGeom prst="rect">
              <a:avLst/>
            </a:prstGeom>
            <a:noFill/>
          </p:spPr>
        </p:pic>
        <p:pic>
          <p:nvPicPr>
            <p:cNvPr id="39" name="Picture 162" descr="unlock_resize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471737" y="1752600"/>
              <a:ext cx="742950" cy="819150"/>
            </a:xfrm>
            <a:prstGeom prst="rect">
              <a:avLst/>
            </a:prstGeom>
            <a:noFill/>
          </p:spPr>
        </p:pic>
        <p:pic>
          <p:nvPicPr>
            <p:cNvPr id="40" name="Picture 167" descr="light-house2_resize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171950" y="1657350"/>
              <a:ext cx="1009650" cy="914400"/>
            </a:xfrm>
            <a:prstGeom prst="rect">
              <a:avLst/>
            </a:prstGeom>
            <a:noFill/>
          </p:spPr>
        </p:pic>
        <p:pic>
          <p:nvPicPr>
            <p:cNvPr id="41" name="Picture 4" descr="break_resize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5943600" y="1524000"/>
              <a:ext cx="971550" cy="1047750"/>
            </a:xfrm>
            <a:prstGeom prst="rect">
              <a:avLst/>
            </a:prstGeom>
            <a:noFill/>
          </p:spPr>
        </p:pic>
        <p:pic>
          <p:nvPicPr>
            <p:cNvPr id="42" name="Picture 7" descr="take off_resize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7705725" y="1676400"/>
              <a:ext cx="847725" cy="895350"/>
            </a:xfrm>
            <a:prstGeom prst="rect">
              <a:avLst/>
            </a:prstGeom>
            <a:noFill/>
          </p:spPr>
        </p:pic>
        <p:pic>
          <p:nvPicPr>
            <p:cNvPr id="43" name="Picture 161" descr="chase2_resize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381000" y="3076575"/>
              <a:ext cx="1276350" cy="771525"/>
            </a:xfrm>
            <a:prstGeom prst="rect">
              <a:avLst/>
            </a:prstGeom>
            <a:noFill/>
          </p:spPr>
        </p:pic>
        <p:pic>
          <p:nvPicPr>
            <p:cNvPr id="44" name="Picture 166" descr="pull 6_resize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2362200" y="2981325"/>
              <a:ext cx="962025" cy="866775"/>
            </a:xfrm>
            <a:prstGeom prst="rect">
              <a:avLst/>
            </a:prstGeom>
            <a:noFill/>
          </p:spPr>
        </p:pic>
        <p:pic>
          <p:nvPicPr>
            <p:cNvPr id="45" name="Picture 160" descr="serve_resize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4281488" y="2981325"/>
              <a:ext cx="790575" cy="866775"/>
            </a:xfrm>
            <a:prstGeom prst="rect">
              <a:avLst/>
            </a:prstGeom>
            <a:noFill/>
          </p:spPr>
        </p:pic>
        <p:pic>
          <p:nvPicPr>
            <p:cNvPr id="46" name="Picture 13" descr="hit6_resize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6057900" y="2828925"/>
              <a:ext cx="742950" cy="1057275"/>
            </a:xfrm>
            <a:prstGeom prst="rect">
              <a:avLst/>
            </a:prstGeom>
            <a:noFill/>
          </p:spPr>
        </p:pic>
        <p:pic>
          <p:nvPicPr>
            <p:cNvPr id="47" name="Picture 12" descr="try_resize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7672387" y="2819400"/>
              <a:ext cx="914400" cy="1028700"/>
            </a:xfrm>
            <a:prstGeom prst="rect">
              <a:avLst/>
            </a:prstGeom>
            <a:noFill/>
          </p:spPr>
        </p:pic>
        <p:pic>
          <p:nvPicPr>
            <p:cNvPr id="48" name="Picture 10" descr="catch_resize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623888" y="4391025"/>
              <a:ext cx="790575" cy="771525"/>
            </a:xfrm>
            <a:prstGeom prst="rect">
              <a:avLst/>
            </a:prstGeom>
            <a:noFill/>
          </p:spPr>
        </p:pic>
        <p:pic>
          <p:nvPicPr>
            <p:cNvPr id="49" name="Picture 170" descr="push_resize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2471737" y="4286250"/>
              <a:ext cx="742950" cy="876300"/>
            </a:xfrm>
            <a:prstGeom prst="rect">
              <a:avLst/>
            </a:prstGeom>
            <a:noFill/>
          </p:spPr>
        </p:pic>
        <p:pic>
          <p:nvPicPr>
            <p:cNvPr id="50" name="Picture 172" descr="parttime job_resize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4386263" y="4371975"/>
              <a:ext cx="581025" cy="790575"/>
            </a:xfrm>
            <a:prstGeom prst="rect">
              <a:avLst/>
            </a:prstGeom>
            <a:noFill/>
          </p:spPr>
        </p:pic>
        <p:pic>
          <p:nvPicPr>
            <p:cNvPr id="51" name="Picture 23" descr="beat_resize"/>
            <p:cNvPicPr>
              <a:picLocks noChangeAspect="1" noChangeArrowheads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6100763" y="4114800"/>
              <a:ext cx="657225" cy="1047750"/>
            </a:xfrm>
            <a:prstGeom prst="rect">
              <a:avLst/>
            </a:prstGeom>
            <a:noFill/>
          </p:spPr>
        </p:pic>
        <p:pic>
          <p:nvPicPr>
            <p:cNvPr id="52" name="Picture 27" descr="bite_resize"/>
            <p:cNvPicPr>
              <a:picLocks noChangeAspect="1" noChangeArrowheads="1"/>
            </p:cNvPicPr>
            <p:nvPr/>
          </p:nvPicPr>
          <p:blipFill>
            <a:blip r:embed="rId22" cstate="print"/>
            <a:srcRect l="44652" t="42857"/>
            <a:stretch>
              <a:fillRect/>
            </a:stretch>
          </p:blipFill>
          <p:spPr bwMode="auto">
            <a:xfrm>
              <a:off x="7781925" y="4314825"/>
              <a:ext cx="695325" cy="847725"/>
            </a:xfrm>
            <a:prstGeom prst="rect">
              <a:avLst/>
            </a:prstGeom>
            <a:noFill/>
          </p:spPr>
        </p:pic>
        <p:pic>
          <p:nvPicPr>
            <p:cNvPr id="53" name="Picture 5" descr="shoot_resize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509588" y="5619750"/>
              <a:ext cx="1019175" cy="809625"/>
            </a:xfrm>
            <a:prstGeom prst="rect">
              <a:avLst/>
            </a:prstGeom>
            <a:noFill/>
          </p:spPr>
        </p:pic>
        <p:pic>
          <p:nvPicPr>
            <p:cNvPr id="54" name="Picture 176" descr="sign_resize"/>
            <p:cNvPicPr>
              <a:picLocks noChangeAspect="1" noChangeArrowheads="1"/>
            </p:cNvPicPr>
            <p:nvPr/>
          </p:nvPicPr>
          <p:blipFill>
            <a:blip r:embed="rId24"/>
            <a:srcRect/>
            <a:stretch>
              <a:fillRect/>
            </a:stretch>
          </p:blipFill>
          <p:spPr bwMode="auto">
            <a:xfrm>
              <a:off x="2409825" y="5638800"/>
              <a:ext cx="866775" cy="790575"/>
            </a:xfrm>
            <a:prstGeom prst="rect">
              <a:avLst/>
            </a:prstGeom>
            <a:noFill/>
          </p:spPr>
        </p:pic>
        <p:pic>
          <p:nvPicPr>
            <p:cNvPr id="55" name="Picture 179" descr="stop_resize"/>
            <p:cNvPicPr>
              <a:picLocks noChangeAspect="1" noChangeArrowheads="1"/>
            </p:cNvPicPr>
            <p:nvPr/>
          </p:nvPicPr>
          <p:blipFill>
            <a:blip r:embed="rId25"/>
            <a:srcRect/>
            <a:stretch>
              <a:fillRect/>
            </a:stretch>
          </p:blipFill>
          <p:spPr bwMode="auto">
            <a:xfrm>
              <a:off x="4114800" y="5581650"/>
              <a:ext cx="1123950" cy="847725"/>
            </a:xfrm>
            <a:prstGeom prst="rect">
              <a:avLst/>
            </a:prstGeom>
            <a:noFill/>
          </p:spPr>
        </p:pic>
        <p:pic>
          <p:nvPicPr>
            <p:cNvPr id="56" name="Picture 18" descr="kick_resize"/>
            <p:cNvPicPr>
              <a:picLocks noChangeAspect="1" noChangeArrowheads="1"/>
            </p:cNvPicPr>
            <p:nvPr/>
          </p:nvPicPr>
          <p:blipFill>
            <a:blip r:embed="rId26"/>
            <a:srcRect/>
            <a:stretch>
              <a:fillRect/>
            </a:stretch>
          </p:blipFill>
          <p:spPr bwMode="auto">
            <a:xfrm>
              <a:off x="6053138" y="5410200"/>
              <a:ext cx="752475" cy="1019175"/>
            </a:xfrm>
            <a:prstGeom prst="rect">
              <a:avLst/>
            </a:prstGeom>
            <a:noFill/>
          </p:spPr>
        </p:pic>
        <p:pic>
          <p:nvPicPr>
            <p:cNvPr id="57" name="Picture 25" descr="clap_resize"/>
            <p:cNvPicPr>
              <a:picLocks noChangeAspect="1" noChangeArrowheads="1"/>
            </p:cNvPicPr>
            <p:nvPr/>
          </p:nvPicPr>
          <p:blipFill>
            <a:blip r:embed="rId27"/>
            <a:srcRect/>
            <a:stretch>
              <a:fillRect/>
            </a:stretch>
          </p:blipFill>
          <p:spPr bwMode="auto">
            <a:xfrm>
              <a:off x="7758112" y="5410200"/>
              <a:ext cx="742950" cy="1019175"/>
            </a:xfrm>
            <a:prstGeom prst="rect">
              <a:avLst/>
            </a:prstGeom>
            <a:noFill/>
          </p:spPr>
        </p:pic>
      </p:grpSp>
      <p:sp>
        <p:nvSpPr>
          <p:cNvPr id="58" name="TextBox 57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PICTURES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291610"/>
              </p:ext>
            </p:extLst>
          </p:nvPr>
        </p:nvGraphicFramePr>
        <p:xfrm>
          <a:off x="152400" y="495299"/>
          <a:ext cx="8839200" cy="6134100"/>
        </p:xfrm>
        <a:graphic>
          <a:graphicData uri="http://schemas.openxmlformats.org/drawingml/2006/table">
            <a:tbl>
              <a:tblPr/>
              <a:tblGrid>
                <a:gridCol w="1778544"/>
                <a:gridCol w="1720083"/>
                <a:gridCol w="2001686"/>
                <a:gridCol w="1526583"/>
                <a:gridCol w="1812304"/>
              </a:tblGrid>
              <a:tr h="12268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68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68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68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68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1301" marR="61301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290273" y="533400"/>
            <a:ext cx="8578662" cy="6026532"/>
            <a:chOff x="290273" y="151925"/>
            <a:chExt cx="8578662" cy="6416454"/>
          </a:xfrm>
        </p:grpSpPr>
        <p:pic>
          <p:nvPicPr>
            <p:cNvPr id="34" name="Picture 158" descr="lock4_resize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406895" y="233055"/>
              <a:ext cx="872634" cy="1065127"/>
            </a:xfrm>
            <a:prstGeom prst="rect">
              <a:avLst/>
            </a:prstGeom>
            <a:noFill/>
          </p:spPr>
        </p:pic>
        <p:pic>
          <p:nvPicPr>
            <p:cNvPr id="35" name="Picture 163" descr="light-house_resize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171950" y="151925"/>
              <a:ext cx="1009650" cy="1148478"/>
            </a:xfrm>
            <a:prstGeom prst="rect">
              <a:avLst/>
            </a:prstGeom>
            <a:noFill/>
          </p:spPr>
        </p:pic>
        <p:pic>
          <p:nvPicPr>
            <p:cNvPr id="42" name="Picture 7" descr="take off_resize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572375" y="194276"/>
              <a:ext cx="1114426" cy="1177033"/>
            </a:xfrm>
            <a:prstGeom prst="rect">
              <a:avLst/>
            </a:prstGeom>
            <a:noFill/>
          </p:spPr>
        </p:pic>
        <p:pic>
          <p:nvPicPr>
            <p:cNvPr id="43" name="Picture 161" descr="chase2_resize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90273" y="353578"/>
              <a:ext cx="1524651" cy="921617"/>
            </a:xfrm>
            <a:prstGeom prst="rect">
              <a:avLst/>
            </a:prstGeom>
            <a:noFill/>
          </p:spPr>
        </p:pic>
        <p:pic>
          <p:nvPicPr>
            <p:cNvPr id="44" name="Picture 166" descr="pull 6_resize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2161660" y="1524291"/>
              <a:ext cx="1267341" cy="1141860"/>
            </a:xfrm>
            <a:prstGeom prst="rect">
              <a:avLst/>
            </a:prstGeom>
            <a:noFill/>
          </p:spPr>
        </p:pic>
        <p:pic>
          <p:nvPicPr>
            <p:cNvPr id="45" name="Picture 160" descr="serve_resize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114800" y="2748092"/>
              <a:ext cx="1112843" cy="1220105"/>
            </a:xfrm>
            <a:prstGeom prst="rect">
              <a:avLst/>
            </a:prstGeom>
            <a:noFill/>
          </p:spPr>
        </p:pic>
        <p:pic>
          <p:nvPicPr>
            <p:cNvPr id="46" name="Picture 13" descr="hit6_resize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6057900" y="233054"/>
              <a:ext cx="772606" cy="1099477"/>
            </a:xfrm>
            <a:prstGeom prst="rect">
              <a:avLst/>
            </a:prstGeom>
            <a:noFill/>
          </p:spPr>
        </p:pic>
        <p:pic>
          <p:nvPicPr>
            <p:cNvPr id="47" name="Picture 12" descr="try_resize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7566440" y="2819400"/>
              <a:ext cx="1020347" cy="1147890"/>
            </a:xfrm>
            <a:prstGeom prst="rect">
              <a:avLst/>
            </a:prstGeom>
            <a:noFill/>
          </p:spPr>
        </p:pic>
        <p:pic>
          <p:nvPicPr>
            <p:cNvPr id="48" name="Picture 10" descr="catch_resize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438151" y="5400389"/>
              <a:ext cx="1162050" cy="1134047"/>
            </a:xfrm>
            <a:prstGeom prst="rect">
              <a:avLst/>
            </a:prstGeom>
            <a:noFill/>
          </p:spPr>
        </p:pic>
        <p:pic>
          <p:nvPicPr>
            <p:cNvPr id="49" name="Picture 170" descr="push_resize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26377" y="2748091"/>
              <a:ext cx="1033670" cy="1219200"/>
            </a:xfrm>
            <a:prstGeom prst="rect">
              <a:avLst/>
            </a:prstGeom>
            <a:noFill/>
          </p:spPr>
        </p:pic>
        <p:pic>
          <p:nvPicPr>
            <p:cNvPr id="50" name="Picture 172" descr="parttime job_resize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4281488" y="1531137"/>
              <a:ext cx="790576" cy="1075701"/>
            </a:xfrm>
            <a:prstGeom prst="rect">
              <a:avLst/>
            </a:prstGeom>
            <a:noFill/>
          </p:spPr>
        </p:pic>
        <p:pic>
          <p:nvPicPr>
            <p:cNvPr id="51" name="Picture 23" descr="beat_resize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6067019" y="5410200"/>
              <a:ext cx="724714" cy="1155337"/>
            </a:xfrm>
            <a:prstGeom prst="rect">
              <a:avLst/>
            </a:prstGeom>
            <a:noFill/>
          </p:spPr>
        </p:pic>
        <p:pic>
          <p:nvPicPr>
            <p:cNvPr id="52" name="Picture 27" descr="bite_resize"/>
            <p:cNvPicPr>
              <a:picLocks noChangeAspect="1" noChangeArrowheads="1"/>
            </p:cNvPicPr>
            <p:nvPr/>
          </p:nvPicPr>
          <p:blipFill>
            <a:blip r:embed="rId16" cstate="print"/>
            <a:srcRect l="44652" t="42857"/>
            <a:stretch>
              <a:fillRect/>
            </a:stretch>
          </p:blipFill>
          <p:spPr bwMode="auto">
            <a:xfrm>
              <a:off x="7572375" y="4059345"/>
              <a:ext cx="1014413" cy="1236750"/>
            </a:xfrm>
            <a:prstGeom prst="rect">
              <a:avLst/>
            </a:prstGeom>
            <a:noFill/>
          </p:spPr>
        </p:pic>
        <p:pic>
          <p:nvPicPr>
            <p:cNvPr id="53" name="Picture 5" descr="shoot_resize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381000" y="2828925"/>
              <a:ext cx="1339832" cy="1064353"/>
            </a:xfrm>
            <a:prstGeom prst="rect">
              <a:avLst/>
            </a:prstGeom>
            <a:noFill/>
          </p:spPr>
        </p:pic>
        <p:pic>
          <p:nvPicPr>
            <p:cNvPr id="54" name="Picture 176" descr="sign_resize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2257424" y="5499798"/>
              <a:ext cx="1171578" cy="1068581"/>
            </a:xfrm>
            <a:prstGeom prst="rect">
              <a:avLst/>
            </a:prstGeom>
            <a:noFill/>
          </p:spPr>
        </p:pic>
        <p:pic>
          <p:nvPicPr>
            <p:cNvPr id="55" name="Picture 179" descr="stop_resize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3894898" y="4114801"/>
              <a:ext cx="1563754" cy="1179442"/>
            </a:xfrm>
            <a:prstGeom prst="rect">
              <a:avLst/>
            </a:prstGeom>
            <a:noFill/>
          </p:spPr>
        </p:pic>
        <p:pic>
          <p:nvPicPr>
            <p:cNvPr id="56" name="Picture 18" descr="kick_resize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5979633" y="2748997"/>
              <a:ext cx="899486" cy="1218295"/>
            </a:xfrm>
            <a:prstGeom prst="rect">
              <a:avLst/>
            </a:prstGeom>
            <a:noFill/>
          </p:spPr>
        </p:pic>
        <p:pic>
          <p:nvPicPr>
            <p:cNvPr id="57" name="Picture 25" descr="clap_resize"/>
            <p:cNvPicPr>
              <a:picLocks noChangeAspect="1" noChangeArrowheads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7703270" y="1484168"/>
              <a:ext cx="852634" cy="1169640"/>
            </a:xfrm>
            <a:prstGeom prst="rect">
              <a:avLst/>
            </a:prstGeom>
            <a:noFill/>
          </p:spPr>
        </p:pic>
        <p:pic>
          <p:nvPicPr>
            <p:cNvPr id="33" name="Picture 81" descr="mason_resize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290273" y="1524291"/>
              <a:ext cx="1430559" cy="1000126"/>
            </a:xfrm>
            <a:prstGeom prst="rect">
              <a:avLst/>
            </a:prstGeom>
            <a:noFill/>
          </p:spPr>
        </p:pic>
        <p:pic>
          <p:nvPicPr>
            <p:cNvPr id="38" name="Picture 80" descr="burn2_resize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381000" y="4087206"/>
              <a:ext cx="1219200" cy="1094792"/>
            </a:xfrm>
            <a:prstGeom prst="rect">
              <a:avLst/>
            </a:prstGeom>
            <a:noFill/>
          </p:spPr>
        </p:pic>
        <p:pic>
          <p:nvPicPr>
            <p:cNvPr id="39" name="Picture 162" descr="unlock_resize"/>
            <p:cNvPicPr>
              <a:picLocks noChangeAspect="1" noChangeArrowheads="1"/>
            </p:cNvPicPr>
            <p:nvPr/>
          </p:nvPicPr>
          <p:blipFill>
            <a:blip r:embed="rId24"/>
            <a:srcRect/>
            <a:stretch>
              <a:fillRect/>
            </a:stretch>
          </p:blipFill>
          <p:spPr bwMode="auto">
            <a:xfrm>
              <a:off x="2209800" y="4114801"/>
              <a:ext cx="1069729" cy="1179443"/>
            </a:xfrm>
            <a:prstGeom prst="rect">
              <a:avLst/>
            </a:prstGeom>
            <a:noFill/>
          </p:spPr>
        </p:pic>
        <p:pic>
          <p:nvPicPr>
            <p:cNvPr id="40" name="Picture 167" descr="light-house2_resize"/>
            <p:cNvPicPr>
              <a:picLocks noChangeAspect="1" noChangeArrowheads="1"/>
            </p:cNvPicPr>
            <p:nvPr/>
          </p:nvPicPr>
          <p:blipFill>
            <a:blip r:embed="rId25"/>
            <a:srcRect/>
            <a:stretch>
              <a:fillRect/>
            </a:stretch>
          </p:blipFill>
          <p:spPr bwMode="auto">
            <a:xfrm>
              <a:off x="4038600" y="5462585"/>
              <a:ext cx="1200846" cy="1087559"/>
            </a:xfrm>
            <a:prstGeom prst="rect">
              <a:avLst/>
            </a:prstGeom>
            <a:noFill/>
          </p:spPr>
        </p:pic>
        <p:pic>
          <p:nvPicPr>
            <p:cNvPr id="36" name="Picture 29" descr="smoke_resize"/>
            <p:cNvPicPr>
              <a:picLocks noChangeAspect="1" noChangeArrowheads="1"/>
            </p:cNvPicPr>
            <p:nvPr/>
          </p:nvPicPr>
          <p:blipFill>
            <a:blip r:embed="rId26"/>
            <a:srcRect/>
            <a:stretch>
              <a:fillRect/>
            </a:stretch>
          </p:blipFill>
          <p:spPr bwMode="auto">
            <a:xfrm>
              <a:off x="6100764" y="1484169"/>
              <a:ext cx="657224" cy="1169638"/>
            </a:xfrm>
            <a:prstGeom prst="rect">
              <a:avLst/>
            </a:prstGeom>
            <a:noFill/>
          </p:spPr>
        </p:pic>
        <p:pic>
          <p:nvPicPr>
            <p:cNvPr id="41" name="Picture 4" descr="break_resize"/>
            <p:cNvPicPr>
              <a:picLocks noChangeAspect="1" noChangeArrowheads="1"/>
            </p:cNvPicPr>
            <p:nvPr/>
          </p:nvPicPr>
          <p:blipFill>
            <a:blip r:embed="rId27"/>
            <a:srcRect/>
            <a:stretch>
              <a:fillRect/>
            </a:stretch>
          </p:blipFill>
          <p:spPr bwMode="auto">
            <a:xfrm>
              <a:off x="5943599" y="4127305"/>
              <a:ext cx="993361" cy="1071271"/>
            </a:xfrm>
            <a:prstGeom prst="rect">
              <a:avLst/>
            </a:prstGeom>
            <a:noFill/>
          </p:spPr>
        </p:pic>
        <p:pic>
          <p:nvPicPr>
            <p:cNvPr id="37" name="Picture 21" descr="http://tbn1.google.com/images?q=tbn:-kWtuUM6oKW1YM:http://i.ehow.com/images/GlobalPhoto/Articles/2263860/IMG1761Knot-main_Full.jpg"/>
            <p:cNvPicPr>
              <a:picLocks noChangeAspect="1" noChangeArrowheads="1"/>
            </p:cNvPicPr>
            <p:nvPr/>
          </p:nvPicPr>
          <p:blipFill>
            <a:blip r:embed="rId28" r:link="rId29"/>
            <a:srcRect/>
            <a:stretch>
              <a:fillRect/>
            </a:stretch>
          </p:blipFill>
          <p:spPr bwMode="auto">
            <a:xfrm>
              <a:off x="7390241" y="5444566"/>
              <a:ext cx="1478694" cy="997819"/>
            </a:xfrm>
            <a:prstGeom prst="rect">
              <a:avLst/>
            </a:prstGeom>
            <a:noFill/>
          </p:spPr>
        </p:pic>
      </p:grpSp>
      <p:sp>
        <p:nvSpPr>
          <p:cNvPr id="58" name="TextBox 57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LISTENING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9" name="QR01(Unit7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0"/>
          <a:stretch>
            <a:fillRect/>
          </a:stretch>
        </p:blipFill>
        <p:spPr>
          <a:xfrm>
            <a:off x="5334000" y="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3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07236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9"/>
                </p:tgtEl>
              </p:cMediaNode>
            </p:audio>
          </p:childTnLst>
        </p:cTn>
      </p:par>
    </p:tnLst>
    <p:bldLst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200" y="990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36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QUESTION MODEL 1.2</a:t>
            </a:r>
            <a:endParaRPr lang="en-US" sz="36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2743199"/>
            <a:ext cx="7620000" cy="1477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WHAT DO YOU	BUILD?</a:t>
            </a:r>
          </a:p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	I 	BUILD HOUSES.</a:t>
            </a:r>
          </a:p>
          <a:p>
            <a:endParaRPr lang="en-US" b="1" dirty="0">
              <a:ln/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MODEL FORMING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03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QUICK REACTION 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536986"/>
              </p:ext>
            </p:extLst>
          </p:nvPr>
        </p:nvGraphicFramePr>
        <p:xfrm>
          <a:off x="228600" y="685800"/>
          <a:ext cx="4191000" cy="59436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66800"/>
                <a:gridCol w="3124200"/>
              </a:tblGrid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build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houses, bridges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lock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door, the window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radio, the TV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smoke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cigar, a cigarette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tie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bag, a box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burn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chair, the shelf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unlock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gate, the suitcase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off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light, the fan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break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plate, a glass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take off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my slippers, my shoes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chase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dog, a mouse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pull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chair, the desk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586882"/>
              </p:ext>
            </p:extLst>
          </p:nvPr>
        </p:nvGraphicFramePr>
        <p:xfrm>
          <a:off x="4572000" y="685800"/>
          <a:ext cx="4191000" cy="59436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66800"/>
                <a:gridCol w="3124200"/>
              </a:tblGrid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serve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coffee, tea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hit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ceiling, the wall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put on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hat, a scarf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catch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bus, a taxi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push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sofa, the table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review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lessons, my homework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beat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egg, the drum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bite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apple, a potato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shoot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bird, the goose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sign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letter, a contract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stop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music, the game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kick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ball, the rock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5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Write 20 questions and answers using Question Model 1.2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04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241</Words>
  <Application>Microsoft Office PowerPoint</Application>
  <PresentationFormat>On-screen Show (4:3)</PresentationFormat>
  <Paragraphs>109</Paragraphs>
  <Slides>7</Slides>
  <Notes>0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TuanTran-PC</cp:lastModifiedBy>
  <cp:revision>85</cp:revision>
  <dcterms:created xsi:type="dcterms:W3CDTF">2008-12-29T09:21:30Z</dcterms:created>
  <dcterms:modified xsi:type="dcterms:W3CDTF">2017-07-08T10:03:50Z</dcterms:modified>
</cp:coreProperties>
</file>