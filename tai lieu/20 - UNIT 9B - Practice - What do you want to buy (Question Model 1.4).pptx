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25BBA-883A-4305-B102-FC6533342CC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37371-BA1E-4623-8C60-D8DEDE0537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55418" y="3657600"/>
            <a:ext cx="914400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5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  <a:endParaRPr lang="en-US" sz="4500" b="1" smtClean="0">
              <a:ln>
                <a:prstDash val="solid"/>
              </a:ln>
              <a:solidFill>
                <a:srgbClr val="0070C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r>
              <a:rPr lang="en-US" sz="45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WHAT </a:t>
            </a:r>
            <a:r>
              <a:rPr lang="en-US" sz="45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YOU WANT TO BUY?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5435025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1.4)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9B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982" y="-6927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8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1.4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743199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WHAT DO YOU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BUY?</a:t>
            </a:r>
          </a:p>
          <a:p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I 	WANT </a:t>
            </a:r>
            <a:r>
              <a:rPr lang="en-US" sz="3200" b="1" dirty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BUY A DRESS.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FORMING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335568"/>
            <a:ext cx="9144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NOTE:	We can replace “want” with “like”, “need”, “have”.</a:t>
            </a:r>
            <a:endParaRPr lang="vi-VN" sz="16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5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262541"/>
              </p:ext>
            </p:extLst>
          </p:nvPr>
        </p:nvGraphicFramePr>
        <p:xfrm>
          <a:off x="76200" y="685800"/>
          <a:ext cx="4038601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buy</a:t>
                      </a:r>
                      <a:endParaRPr lang="vi-VN" sz="18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tie, a coat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eat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beef, pork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drink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soda, milk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wear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necklace, a bracelet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piano, the guitar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teach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English, Vietnamese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drive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Honda, a Toyota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study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math, computer science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use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pencil, a marker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ride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motorcycle, a horse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learn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pronunciation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borrow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books, money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886923"/>
              </p:ext>
            </p:extLst>
          </p:nvPr>
        </p:nvGraphicFramePr>
        <p:xfrm>
          <a:off x="4343400" y="685800"/>
          <a:ext cx="4724400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write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report, a letter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read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textbook, the news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count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chairs, the people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save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money, time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cut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oranges, potatoes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paint 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wall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sell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car</a:t>
                      </a:r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house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lend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look at</a:t>
                      </a:r>
                      <a:endParaRPr lang="vi-VN" sz="18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vi-VN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map</a:t>
                      </a:r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 clock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8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record</a:t>
                      </a:r>
                      <a:endParaRPr lang="vi-VN" sz="18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lesson, a song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pants, the jeans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99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What do you want to buy? </a:t>
            </a:r>
            <a:r>
              <a:rPr lang="en-US" smtClean="0">
                <a:latin typeface="Tahoma" pitchFamily="34" charset="0"/>
                <a:ea typeface="Tahoma" pitchFamily="34" charset="0"/>
                <a:cs typeface="Tahoma" pitchFamily="34" charset="0"/>
              </a:rPr>
              <a:t>		</a:t>
            </a:r>
            <a:r>
              <a:rPr lang="en-US" b="1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want to buy a skirt? 	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want to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buy a dress.	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don’t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want to buy a skirt.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901233"/>
              </p:ext>
            </p:extLst>
          </p:nvPr>
        </p:nvGraphicFramePr>
        <p:xfrm>
          <a:off x="152400" y="1143000"/>
          <a:ext cx="4038601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buy</a:t>
                      </a:r>
                      <a:endParaRPr lang="vi-VN" sz="15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tie, a coat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eat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beef, pork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drink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soda, milk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wear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necklace, a bracelet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vi-VN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piano, the guitar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teach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English, Vietnamese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drive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Honda, a Toyota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study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math, computer science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use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pencil, a marker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ride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motorcycle, a horse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learn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pronunciation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borrow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books, money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421218"/>
              </p:ext>
            </p:extLst>
          </p:nvPr>
        </p:nvGraphicFramePr>
        <p:xfrm>
          <a:off x="4343400" y="1143000"/>
          <a:ext cx="4724400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write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report, a letter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read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textbook, the news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count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chairs, the people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save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money, time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cut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oranges, potatoes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paint 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door, the wall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sell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car</a:t>
                      </a:r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house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lend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look at</a:t>
                      </a:r>
                      <a:endParaRPr lang="vi-VN" sz="1500" kern="1200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vi-VN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map</a:t>
                      </a:r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the clock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kern="1200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record</a:t>
                      </a:r>
                      <a:endParaRPr lang="vi-VN" sz="1500" kern="1200" dirty="0" smtClean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lesson, a song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dog, the cat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pants, the jeans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134996"/>
              </p:ext>
            </p:extLst>
          </p:nvPr>
        </p:nvGraphicFramePr>
        <p:xfrm>
          <a:off x="152400" y="54102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143000"/>
                <a:gridCol w="28956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photos, the videos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361534"/>
              </p:ext>
            </p:extLst>
          </p:nvPr>
        </p:nvGraphicFramePr>
        <p:xfrm>
          <a:off x="4343400" y="5410200"/>
          <a:ext cx="47244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47800"/>
                <a:gridCol w="32766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rice, meat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desk, </a:t>
                      </a:r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</a:t>
                      </a:r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TV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contract, a letter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586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1.4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8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379</Words>
  <Application>Microsoft Office PowerPoint</Application>
  <PresentationFormat>On-screen Show (4:3)</PresentationFormat>
  <Paragraphs>131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HH Tran</dc:creator>
  <cp:lastModifiedBy>TuanTran-PC</cp:lastModifiedBy>
  <cp:revision>66</cp:revision>
  <dcterms:created xsi:type="dcterms:W3CDTF">2008-12-29T12:54:08Z</dcterms:created>
  <dcterms:modified xsi:type="dcterms:W3CDTF">2017-07-08T10:17:02Z</dcterms:modified>
</cp:coreProperties>
</file>